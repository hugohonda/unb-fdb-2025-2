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fonts/Font_2_Roboto_Italic.fntdata" ContentType="application/x-fontdata"/>
  <Override PartName="/ppt/fonts/Font_1_Roboto_Regular.fntdata" ContentType="application/x-fontdata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presProps.xml" ContentType="application/vnd.openxmlformats-officedocument.presentationml.presProps+xml"/>
  <Override PartName="/ppt/media/image18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0.png" ContentType="image/png"/>
  <Override PartName="/ppt/media/image4.png" ContentType="image/png"/>
  <Override PartName="/ppt/media/image41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0.png" ContentType="image/png"/>
  <Override PartName="/ppt/media/image9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_rels/slide22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5143500"/>
  <p:notesSz cx="6858000" cy="9144000"/>
  <p:embeddedFontLst>
    <p:embeddedFont>
      <p:font typeface="Fira Sans Extra Condensed SemiBold"/>
    </p:embeddedFont>
    <p:embeddedFont>
      <p:font typeface="Roboto"/>
      <p:regular r:id="rId33"/>
      <p:italic r:id="rId34"/>
    </p:embeddedFont>
    <p:embeddedFont>
      <p:font typeface="Liberation Mono;Courier New"/>
    </p:embeddedFont>
    <p:embeddedFont>
      <p:font typeface="Microsoft YaHei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font" Target="fonts/Font_1_Roboto_Regular.fntdata"/><Relationship Id="rId34" Type="http://schemas.openxmlformats.org/officeDocument/2006/relationships/font" Target="fonts/Font_2_Roboto_Italic.fntdata"/><Relationship Id="rId3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1150920"/>
            <a:ext cx="4251960" cy="239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6E6F89-865F-48B3-B259-09BF33D2BD4E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pt-BR" sz="120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xx%</a:t>
            </a:r>
            <a:endParaRPr b="0" lang="pt-BR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65ACDA-D597-43BF-A9FE-E5480FF721CF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9711D5-A921-4EB4-A615-84A95073B38C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D03B26-C118-44CA-AD6C-116ADE278A18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14800" y="292680"/>
            <a:ext cx="81140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pt-BR" sz="2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4800" y="1152360"/>
            <a:ext cx="811404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D217B5-6A8E-48B8-9335-7095BA751802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14800" y="292680"/>
            <a:ext cx="81140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pt-BR" sz="2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B0DA9A-ADD2-4491-B9FC-FD016929361E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BF4632-D9A5-46BE-9D32-FB1DB7DBDD38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2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67FE9A-F65F-4EBF-A96B-EAB8C50E47A3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C1C8DC-6F85-482B-BF66-74AB0E00008E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BR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AFE05C-7B1C-49C8-8494-F8DA21330622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9240D6-5C80-4715-9602-431F71981F99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7FA2B2-1659-4E28-8087-9D84A0CEA614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slideLayout" Target="../slideLayouts/slideLayout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75280" y="1419840"/>
            <a:ext cx="4251960" cy="239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6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Sistema </a:t>
            </a:r>
            <a:r>
              <a:rPr b="0" lang="en-GB" sz="26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de Gerenciamento de Preços de Medicamentos 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609480" y="3921840"/>
            <a:ext cx="4251960" cy="5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Ana Luisa Salvador Alvarez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Hugo Honda Ferreira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60;p15"/>
          <p:cNvSpPr/>
          <p:nvPr/>
        </p:nvSpPr>
        <p:spPr>
          <a:xfrm>
            <a:off x="6850800" y="3346560"/>
            <a:ext cx="1738440" cy="1021320"/>
          </a:xfrm>
          <a:custGeom>
            <a:avLst/>
            <a:gdLst>
              <a:gd name="textAreaLeft" fmla="*/ 0 w 1738440"/>
              <a:gd name="textAreaRight" fmla="*/ 1738800 w 1738440"/>
              <a:gd name="textAreaTop" fmla="*/ 0 h 1021320"/>
              <a:gd name="textAreaBottom" fmla="*/ 1021680 h 1021320"/>
            </a:gdLst>
            <a:ahLst/>
            <a:cxnLst/>
            <a:rect l="textAreaLeft" t="textAreaTop" r="textAreaRight" b="textAreaBottom"/>
            <a:pathLst>
              <a:path w="79261" h="46572">
                <a:moveTo>
                  <a:pt x="39635" y="1"/>
                </a:moveTo>
                <a:cubicBezTo>
                  <a:pt x="38749" y="1"/>
                  <a:pt x="37862" y="230"/>
                  <a:pt x="37065" y="688"/>
                </a:cubicBezTo>
                <a:lnTo>
                  <a:pt x="1679" y="21119"/>
                </a:lnTo>
                <a:cubicBezTo>
                  <a:pt x="1" y="22084"/>
                  <a:pt x="1" y="24489"/>
                  <a:pt x="1679" y="25453"/>
                </a:cubicBezTo>
                <a:lnTo>
                  <a:pt x="37065" y="45884"/>
                </a:lnTo>
                <a:cubicBezTo>
                  <a:pt x="37862" y="46343"/>
                  <a:pt x="38749" y="46572"/>
                  <a:pt x="39635" y="46572"/>
                </a:cubicBezTo>
                <a:cubicBezTo>
                  <a:pt x="40520" y="46572"/>
                  <a:pt x="41405" y="46343"/>
                  <a:pt x="42196" y="45884"/>
                </a:cubicBezTo>
                <a:lnTo>
                  <a:pt x="77594" y="25453"/>
                </a:lnTo>
                <a:cubicBezTo>
                  <a:pt x="79260" y="24489"/>
                  <a:pt x="79260" y="22084"/>
                  <a:pt x="77594" y="21119"/>
                </a:cubicBezTo>
                <a:lnTo>
                  <a:pt x="42196" y="688"/>
                </a:lnTo>
                <a:cubicBezTo>
                  <a:pt x="41405" y="230"/>
                  <a:pt x="40520" y="1"/>
                  <a:pt x="39635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oogle Shape;61;p15"/>
          <p:cNvGrpSpPr/>
          <p:nvPr/>
        </p:nvGrpSpPr>
        <p:grpSpPr>
          <a:xfrm>
            <a:off x="4445280" y="2193840"/>
            <a:ext cx="1801080" cy="2313360"/>
            <a:chOff x="4445280" y="2193840"/>
            <a:chExt cx="1801080" cy="2313360"/>
          </a:xfrm>
        </p:grpSpPr>
        <p:sp>
          <p:nvSpPr>
            <p:cNvPr id="41" name="Google Shape;62;p15"/>
            <p:cNvSpPr/>
            <p:nvPr/>
          </p:nvSpPr>
          <p:spPr>
            <a:xfrm>
              <a:off x="4445640" y="3786480"/>
              <a:ext cx="1640880" cy="720720"/>
            </a:xfrm>
            <a:custGeom>
              <a:avLst/>
              <a:gdLst>
                <a:gd name="textAreaLeft" fmla="*/ 0 w 1640880"/>
                <a:gd name="textAreaRight" fmla="*/ 1641240 w 1640880"/>
                <a:gd name="textAreaTop" fmla="*/ 0 h 720720"/>
                <a:gd name="textAreaBottom" fmla="*/ 721080 h 720720"/>
              </a:gdLst>
              <a:ahLst/>
              <a:cxnLst/>
              <a:rect l="textAreaLeft" t="textAreaTop" r="textAreaRight" b="textAreaBottom"/>
              <a:pathLst>
                <a:path w="75903" h="33351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 rotWithShape="0">
              <a:gsLst>
                <a:gs pos="0">
                  <a:srgbClr val="4335af"/>
                </a:gs>
                <a:gs pos="100000">
                  <a:srgbClr val="9659f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Google Shape;63;p15"/>
            <p:cNvSpPr/>
            <p:nvPr/>
          </p:nvSpPr>
          <p:spPr>
            <a:xfrm>
              <a:off x="4445280" y="3537720"/>
              <a:ext cx="1641240" cy="947520"/>
            </a:xfrm>
            <a:custGeom>
              <a:avLst/>
              <a:gdLst>
                <a:gd name="textAreaLeft" fmla="*/ 0 w 1641240"/>
                <a:gd name="textAreaRight" fmla="*/ 1641600 w 1641240"/>
                <a:gd name="textAreaTop" fmla="*/ 0 h 947520"/>
                <a:gd name="textAreaBottom" fmla="*/ 947880 h 947520"/>
              </a:gdLst>
              <a:ahLst/>
              <a:cxnLst/>
              <a:rect l="textAreaLeft" t="textAreaTop" r="textAreaRight" b="textAreaBottom"/>
              <a:pathLst>
                <a:path w="75915" h="43831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4335af"/>
                </a:gs>
                <a:gs pos="100000">
                  <a:srgbClr val="9659f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Google Shape;64;p15"/>
            <p:cNvSpPr/>
            <p:nvPr/>
          </p:nvSpPr>
          <p:spPr>
            <a:xfrm>
              <a:off x="4469040" y="3548520"/>
              <a:ext cx="1603080" cy="925560"/>
            </a:xfrm>
            <a:custGeom>
              <a:avLst/>
              <a:gdLst>
                <a:gd name="textAreaLeft" fmla="*/ 0 w 1603080"/>
                <a:gd name="textAreaRight" fmla="*/ 1603440 w 1603080"/>
                <a:gd name="textAreaTop" fmla="*/ 0 h 925560"/>
                <a:gd name="textAreaBottom" fmla="*/ 925920 h 925560"/>
              </a:gdLst>
              <a:ahLst/>
              <a:cxnLst/>
              <a:rect l="textAreaLeft" t="textAreaTop" r="textAreaRight" b="textAreaBottom"/>
              <a:pathLst>
                <a:path w="74153" h="42816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 rotWithShape="0">
              <a:gsLst>
                <a:gs pos="0">
                  <a:srgbClr val="9659f4"/>
                </a:gs>
                <a:gs pos="100000">
                  <a:srgbClr val="5ccffb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4" name="Google Shape;65;p15"/>
            <p:cNvGrpSpPr/>
            <p:nvPr/>
          </p:nvGrpSpPr>
          <p:grpSpPr>
            <a:xfrm>
              <a:off x="4537800" y="3594600"/>
              <a:ext cx="1449000" cy="834840"/>
              <a:chOff x="4537800" y="3594600"/>
              <a:chExt cx="1449000" cy="834840"/>
            </a:xfrm>
          </p:grpSpPr>
          <p:sp>
            <p:nvSpPr>
              <p:cNvPr id="45" name="Google Shape;66;p15"/>
              <p:cNvSpPr/>
              <p:nvPr/>
            </p:nvSpPr>
            <p:spPr>
              <a:xfrm>
                <a:off x="4833360" y="3594600"/>
                <a:ext cx="121680" cy="68040"/>
              </a:xfrm>
              <a:custGeom>
                <a:avLst/>
                <a:gdLst>
                  <a:gd name="textAreaLeft" fmla="*/ 0 w 121680"/>
                  <a:gd name="textAreaRight" fmla="*/ 122040 w 121680"/>
                  <a:gd name="textAreaTop" fmla="*/ 0 h 68040"/>
                  <a:gd name="textAreaBottom" fmla="*/ 68400 h 68040"/>
                </a:gdLst>
                <a:ahLst/>
                <a:cxnLst/>
                <a:rect l="textAreaLeft" t="textAreaTop" r="textAreaRight" b="textAreaBottom"/>
                <a:pathLst>
                  <a:path w="5644" h="3169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4200" bIns="34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Google Shape;67;p15"/>
              <p:cNvSpPr/>
              <p:nvPr/>
            </p:nvSpPr>
            <p:spPr>
              <a:xfrm>
                <a:off x="4948200" y="3660840"/>
                <a:ext cx="121680" cy="68040"/>
              </a:xfrm>
              <a:custGeom>
                <a:avLst/>
                <a:gdLst>
                  <a:gd name="textAreaLeft" fmla="*/ 0 w 121680"/>
                  <a:gd name="textAreaRight" fmla="*/ 122040 w 121680"/>
                  <a:gd name="textAreaTop" fmla="*/ 0 h 68040"/>
                  <a:gd name="textAreaBottom" fmla="*/ 68400 h 68040"/>
                </a:gdLst>
                <a:ahLst/>
                <a:cxnLst/>
                <a:rect l="textAreaLeft" t="textAreaTop" r="textAreaRight" b="textAreaBottom"/>
                <a:pathLst>
                  <a:path w="5644" h="3168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4200" bIns="34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Google Shape;68;p15"/>
              <p:cNvSpPr/>
              <p:nvPr/>
            </p:nvSpPr>
            <p:spPr>
              <a:xfrm>
                <a:off x="5063040" y="3727080"/>
                <a:ext cx="121320" cy="68040"/>
              </a:xfrm>
              <a:custGeom>
                <a:avLst/>
                <a:gdLst>
                  <a:gd name="textAreaLeft" fmla="*/ 0 w 121320"/>
                  <a:gd name="textAreaRight" fmla="*/ 121680 w 121320"/>
                  <a:gd name="textAreaTop" fmla="*/ 0 h 68040"/>
                  <a:gd name="textAreaBottom" fmla="*/ 68400 h 68040"/>
                </a:gdLst>
                <a:ahLst/>
                <a:cxnLst/>
                <a:rect l="textAreaLeft" t="textAreaTop" r="textAreaRight" b="textAreaBottom"/>
                <a:pathLst>
                  <a:path w="5633" h="3163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4200" bIns="34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Google Shape;69;p15"/>
              <p:cNvSpPr/>
              <p:nvPr/>
            </p:nvSpPr>
            <p:spPr>
              <a:xfrm>
                <a:off x="5177160" y="3793320"/>
                <a:ext cx="121680" cy="68040"/>
              </a:xfrm>
              <a:custGeom>
                <a:avLst/>
                <a:gdLst>
                  <a:gd name="textAreaLeft" fmla="*/ 0 w 121680"/>
                  <a:gd name="textAreaRight" fmla="*/ 122040 w 121680"/>
                  <a:gd name="textAreaTop" fmla="*/ 0 h 68040"/>
                  <a:gd name="textAreaBottom" fmla="*/ 68400 h 68040"/>
                </a:gdLst>
                <a:ahLst/>
                <a:cxnLst/>
                <a:rect l="textAreaLeft" t="textAreaTop" r="textAreaRight" b="textAreaBottom"/>
                <a:pathLst>
                  <a:path w="5645" h="3163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4200" bIns="34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Google Shape;70;p15"/>
              <p:cNvSpPr/>
              <p:nvPr/>
            </p:nvSpPr>
            <p:spPr>
              <a:xfrm>
                <a:off x="5292000" y="3859200"/>
                <a:ext cx="121320" cy="68040"/>
              </a:xfrm>
              <a:custGeom>
                <a:avLst/>
                <a:gdLst>
                  <a:gd name="textAreaLeft" fmla="*/ 0 w 121320"/>
                  <a:gd name="textAreaRight" fmla="*/ 121680 w 121320"/>
                  <a:gd name="textAreaTop" fmla="*/ 0 h 68040"/>
                  <a:gd name="textAreaBottom" fmla="*/ 68400 h 68040"/>
                </a:gdLst>
                <a:ahLst/>
                <a:cxnLst/>
                <a:rect l="textAreaLeft" t="textAreaTop" r="textAreaRight" b="textAreaBottom"/>
                <a:pathLst>
                  <a:path w="5632" h="3168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4200" bIns="34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Google Shape;71;p15"/>
              <p:cNvSpPr/>
              <p:nvPr/>
            </p:nvSpPr>
            <p:spPr>
              <a:xfrm>
                <a:off x="5406840" y="3925440"/>
                <a:ext cx="121680" cy="68400"/>
              </a:xfrm>
              <a:custGeom>
                <a:avLst/>
                <a:gdLst>
                  <a:gd name="textAreaLeft" fmla="*/ 0 w 121680"/>
                  <a:gd name="textAreaRight" fmla="*/ 122040 w 12168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5644" h="3173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4200" bIns="34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Google Shape;72;p15"/>
              <p:cNvSpPr/>
              <p:nvPr/>
            </p:nvSpPr>
            <p:spPr>
              <a:xfrm>
                <a:off x="5521320" y="3991680"/>
                <a:ext cx="121680" cy="68040"/>
              </a:xfrm>
              <a:custGeom>
                <a:avLst/>
                <a:gdLst>
                  <a:gd name="textAreaLeft" fmla="*/ 0 w 121680"/>
                  <a:gd name="textAreaRight" fmla="*/ 122040 w 121680"/>
                  <a:gd name="textAreaTop" fmla="*/ 0 h 68040"/>
                  <a:gd name="textAreaBottom" fmla="*/ 68400 h 68040"/>
                </a:gdLst>
                <a:ahLst/>
                <a:cxnLst/>
                <a:rect l="textAreaLeft" t="textAreaTop" r="textAreaRight" b="textAreaBottom"/>
                <a:pathLst>
                  <a:path w="5645" h="3167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4200" bIns="34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Google Shape;73;p15"/>
              <p:cNvSpPr/>
              <p:nvPr/>
            </p:nvSpPr>
            <p:spPr>
              <a:xfrm>
                <a:off x="5635800" y="4057920"/>
                <a:ext cx="121680" cy="68040"/>
              </a:xfrm>
              <a:custGeom>
                <a:avLst/>
                <a:gdLst>
                  <a:gd name="textAreaLeft" fmla="*/ 0 w 121680"/>
                  <a:gd name="textAreaRight" fmla="*/ 122040 w 121680"/>
                  <a:gd name="textAreaTop" fmla="*/ 0 h 68040"/>
                  <a:gd name="textAreaBottom" fmla="*/ 68400 h 68040"/>
                </a:gdLst>
                <a:ahLst/>
                <a:cxnLst/>
                <a:rect l="textAreaLeft" t="textAreaTop" r="textAreaRight" b="textAreaBottom"/>
                <a:pathLst>
                  <a:path w="5645" h="3167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4200" bIns="34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Google Shape;74;p15"/>
              <p:cNvSpPr/>
              <p:nvPr/>
            </p:nvSpPr>
            <p:spPr>
              <a:xfrm>
                <a:off x="5750280" y="4123800"/>
                <a:ext cx="121680" cy="68040"/>
              </a:xfrm>
              <a:custGeom>
                <a:avLst/>
                <a:gdLst>
                  <a:gd name="textAreaLeft" fmla="*/ 0 w 121680"/>
                  <a:gd name="textAreaRight" fmla="*/ 122040 w 121680"/>
                  <a:gd name="textAreaTop" fmla="*/ 0 h 68040"/>
                  <a:gd name="textAreaBottom" fmla="*/ 68400 h 68040"/>
                </a:gdLst>
                <a:ahLst/>
                <a:cxnLst/>
                <a:rect l="textAreaLeft" t="textAreaTop" r="textAreaRight" b="textAreaBottom"/>
                <a:pathLst>
                  <a:path w="5644" h="3162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4200" bIns="34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Google Shape;75;p15"/>
              <p:cNvSpPr/>
              <p:nvPr/>
            </p:nvSpPr>
            <p:spPr>
              <a:xfrm>
                <a:off x="5865120" y="4190040"/>
                <a:ext cx="121680" cy="68040"/>
              </a:xfrm>
              <a:custGeom>
                <a:avLst/>
                <a:gdLst>
                  <a:gd name="textAreaLeft" fmla="*/ 0 w 121680"/>
                  <a:gd name="textAreaRight" fmla="*/ 122040 w 121680"/>
                  <a:gd name="textAreaTop" fmla="*/ 0 h 68040"/>
                  <a:gd name="textAreaBottom" fmla="*/ 68400 h 68040"/>
                </a:gdLst>
                <a:ahLst/>
                <a:cxnLst/>
                <a:rect l="textAreaLeft" t="textAreaTop" r="textAreaRight" b="textAreaBottom"/>
                <a:pathLst>
                  <a:path w="5645" h="3162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4200" bIns="34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Google Shape;76;p15"/>
              <p:cNvSpPr/>
              <p:nvPr/>
            </p:nvSpPr>
            <p:spPr>
              <a:xfrm>
                <a:off x="4749480" y="3640320"/>
                <a:ext cx="125640" cy="71280"/>
              </a:xfrm>
              <a:custGeom>
                <a:avLst/>
                <a:gdLst>
                  <a:gd name="textAreaLeft" fmla="*/ 0 w 125640"/>
                  <a:gd name="textAreaRight" fmla="*/ 126000 w 125640"/>
                  <a:gd name="textAreaTop" fmla="*/ 0 h 71280"/>
                  <a:gd name="textAreaBottom" fmla="*/ 71640 h 71280"/>
                </a:gdLst>
                <a:ahLst/>
                <a:cxnLst/>
                <a:rect l="textAreaLeft" t="textAreaTop" r="textAreaRight" b="textAreaBottom"/>
                <a:pathLst>
                  <a:path w="5823" h="3317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640" bIns="35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Google Shape;77;p15"/>
              <p:cNvSpPr/>
              <p:nvPr/>
            </p:nvSpPr>
            <p:spPr>
              <a:xfrm>
                <a:off x="4679280" y="3681360"/>
                <a:ext cx="173520" cy="98640"/>
              </a:xfrm>
              <a:custGeom>
                <a:avLst/>
                <a:gdLst>
                  <a:gd name="textAreaLeft" fmla="*/ 0 w 173520"/>
                  <a:gd name="textAreaRight" fmla="*/ 173880 w 173520"/>
                  <a:gd name="textAreaTop" fmla="*/ 0 h 98640"/>
                  <a:gd name="textAreaBottom" fmla="*/ 99000 h 98640"/>
                </a:gdLst>
                <a:ahLst/>
                <a:cxnLst/>
                <a:rect l="textAreaLeft" t="textAreaTop" r="textAreaRight" b="textAreaBottom"/>
                <a:pathLst>
                  <a:path w="8049" h="4585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9320" bIns="493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Google Shape;78;p15"/>
              <p:cNvSpPr/>
              <p:nvPr/>
            </p:nvSpPr>
            <p:spPr>
              <a:xfrm>
                <a:off x="4609080" y="3722400"/>
                <a:ext cx="187560" cy="106920"/>
              </a:xfrm>
              <a:custGeom>
                <a:avLst/>
                <a:gdLst>
                  <a:gd name="textAreaLeft" fmla="*/ 0 w 187560"/>
                  <a:gd name="textAreaRight" fmla="*/ 187920 w 187560"/>
                  <a:gd name="textAreaTop" fmla="*/ 0 h 106920"/>
                  <a:gd name="textAreaBottom" fmla="*/ 107280 h 106920"/>
                </a:gdLst>
                <a:ahLst/>
                <a:cxnLst/>
                <a:rect l="textAreaLeft" t="textAreaTop" r="textAreaRight" b="textAreaBottom"/>
                <a:pathLst>
                  <a:path w="8693" h="4962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640" bIns="53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Google Shape;79;p15"/>
              <p:cNvSpPr/>
              <p:nvPr/>
            </p:nvSpPr>
            <p:spPr>
              <a:xfrm>
                <a:off x="5780880" y="4235760"/>
                <a:ext cx="125640" cy="71280"/>
              </a:xfrm>
              <a:custGeom>
                <a:avLst/>
                <a:gdLst>
                  <a:gd name="textAreaLeft" fmla="*/ 0 w 125640"/>
                  <a:gd name="textAreaRight" fmla="*/ 126000 w 125640"/>
                  <a:gd name="textAreaTop" fmla="*/ 0 h 71280"/>
                  <a:gd name="textAreaBottom" fmla="*/ 71640 h 71280"/>
                </a:gdLst>
                <a:ahLst/>
                <a:cxnLst/>
                <a:rect l="textAreaLeft" t="textAreaTop" r="textAreaRight" b="textAreaBottom"/>
                <a:pathLst>
                  <a:path w="5823" h="3316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640" bIns="35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Google Shape;80;p15"/>
              <p:cNvSpPr/>
              <p:nvPr/>
            </p:nvSpPr>
            <p:spPr>
              <a:xfrm>
                <a:off x="5662080" y="4248720"/>
                <a:ext cx="173520" cy="98640"/>
              </a:xfrm>
              <a:custGeom>
                <a:avLst/>
                <a:gdLst>
                  <a:gd name="textAreaLeft" fmla="*/ 0 w 173520"/>
                  <a:gd name="textAreaRight" fmla="*/ 173880 w 173520"/>
                  <a:gd name="textAreaTop" fmla="*/ 0 h 98640"/>
                  <a:gd name="textAreaBottom" fmla="*/ 99000 h 98640"/>
                </a:gdLst>
                <a:ahLst/>
                <a:cxnLst/>
                <a:rect l="textAreaLeft" t="textAreaTop" r="textAreaRight" b="textAreaBottom"/>
                <a:pathLst>
                  <a:path w="8038" h="4581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9320" bIns="493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Google Shape;81;p15"/>
              <p:cNvSpPr/>
              <p:nvPr/>
            </p:nvSpPr>
            <p:spPr>
              <a:xfrm>
                <a:off x="5577480" y="4281480"/>
                <a:ext cx="187560" cy="106920"/>
              </a:xfrm>
              <a:custGeom>
                <a:avLst/>
                <a:gdLst>
                  <a:gd name="textAreaLeft" fmla="*/ 0 w 187560"/>
                  <a:gd name="textAreaRight" fmla="*/ 187920 w 187560"/>
                  <a:gd name="textAreaTop" fmla="*/ 0 h 106920"/>
                  <a:gd name="textAreaBottom" fmla="*/ 107280 h 106920"/>
                </a:gdLst>
                <a:ahLst/>
                <a:cxnLst/>
                <a:rect l="textAreaLeft" t="textAreaTop" r="textAreaRight" b="textAreaBottom"/>
                <a:pathLst>
                  <a:path w="8692" h="4959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640" bIns="53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" name="Google Shape;82;p15"/>
              <p:cNvSpPr/>
              <p:nvPr/>
            </p:nvSpPr>
            <p:spPr>
              <a:xfrm>
                <a:off x="4537800" y="3762720"/>
                <a:ext cx="126000" cy="71280"/>
              </a:xfrm>
              <a:custGeom>
                <a:avLst/>
                <a:gdLst>
                  <a:gd name="textAreaLeft" fmla="*/ 0 w 126000"/>
                  <a:gd name="textAreaRight" fmla="*/ 126360 w 126000"/>
                  <a:gd name="textAreaTop" fmla="*/ 0 h 71280"/>
                  <a:gd name="textAreaBottom" fmla="*/ 71640 h 71280"/>
                </a:gdLst>
                <a:ahLst/>
                <a:cxnLst/>
                <a:rect l="textAreaLeft" t="textAreaTop" r="textAreaRight" b="textAreaBottom"/>
                <a:pathLst>
                  <a:path w="5835" h="3319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640" bIns="35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" name="Google Shape;83;p15"/>
              <p:cNvSpPr/>
              <p:nvPr/>
            </p:nvSpPr>
            <p:spPr>
              <a:xfrm>
                <a:off x="4629600" y="3815640"/>
                <a:ext cx="126000" cy="71640"/>
              </a:xfrm>
              <a:custGeom>
                <a:avLst/>
                <a:gdLst>
                  <a:gd name="textAreaLeft" fmla="*/ 0 w 126000"/>
                  <a:gd name="textAreaRight" fmla="*/ 126360 w 126000"/>
                  <a:gd name="textAreaTop" fmla="*/ 0 h 71640"/>
                  <a:gd name="textAreaBottom" fmla="*/ 72000 h 71640"/>
                </a:gdLst>
                <a:ahLst/>
                <a:cxnLst/>
                <a:rect l="textAreaLeft" t="textAreaTop" r="textAreaRight" b="textAreaBottom"/>
                <a:pathLst>
                  <a:path w="5835" h="3324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00" bIns="36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Google Shape;84;p15"/>
              <p:cNvSpPr/>
              <p:nvPr/>
            </p:nvSpPr>
            <p:spPr>
              <a:xfrm>
                <a:off x="4721400" y="3868560"/>
                <a:ext cx="126000" cy="71640"/>
              </a:xfrm>
              <a:custGeom>
                <a:avLst/>
                <a:gdLst>
                  <a:gd name="textAreaLeft" fmla="*/ 0 w 126000"/>
                  <a:gd name="textAreaRight" fmla="*/ 126360 w 126000"/>
                  <a:gd name="textAreaTop" fmla="*/ 0 h 71640"/>
                  <a:gd name="textAreaBottom" fmla="*/ 72000 h 71640"/>
                </a:gdLst>
                <a:ahLst/>
                <a:cxnLst/>
                <a:rect l="textAreaLeft" t="textAreaTop" r="textAreaRight" b="textAreaBottom"/>
                <a:pathLst>
                  <a:path w="5835" h="3324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00" bIns="36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Google Shape;85;p15"/>
              <p:cNvSpPr/>
              <p:nvPr/>
            </p:nvSpPr>
            <p:spPr>
              <a:xfrm>
                <a:off x="4769280" y="3814920"/>
                <a:ext cx="104400" cy="59040"/>
              </a:xfrm>
              <a:custGeom>
                <a:avLst/>
                <a:gdLst>
                  <a:gd name="textAreaLeft" fmla="*/ 0 w 104400"/>
                  <a:gd name="textAreaRight" fmla="*/ 104760 w 10440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847" h="2743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Google Shape;86;p15"/>
              <p:cNvSpPr/>
              <p:nvPr/>
            </p:nvSpPr>
            <p:spPr>
              <a:xfrm>
                <a:off x="4842360" y="3857040"/>
                <a:ext cx="104040" cy="59040"/>
              </a:xfrm>
              <a:custGeom>
                <a:avLst/>
                <a:gdLst>
                  <a:gd name="textAreaLeft" fmla="*/ 0 w 104040"/>
                  <a:gd name="textAreaRight" fmla="*/ 104400 w 1040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835" h="2740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Google Shape;87;p15"/>
              <p:cNvSpPr/>
              <p:nvPr/>
            </p:nvSpPr>
            <p:spPr>
              <a:xfrm>
                <a:off x="4915800" y="3899520"/>
                <a:ext cx="104040" cy="59040"/>
              </a:xfrm>
              <a:custGeom>
                <a:avLst/>
                <a:gdLst>
                  <a:gd name="textAreaLeft" fmla="*/ 0 w 104040"/>
                  <a:gd name="textAreaRight" fmla="*/ 104400 w 1040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835" h="2741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Google Shape;88;p15"/>
              <p:cNvSpPr/>
              <p:nvPr/>
            </p:nvSpPr>
            <p:spPr>
              <a:xfrm>
                <a:off x="4989240" y="3941640"/>
                <a:ext cx="104400" cy="59040"/>
              </a:xfrm>
              <a:custGeom>
                <a:avLst/>
                <a:gdLst>
                  <a:gd name="textAreaLeft" fmla="*/ 0 w 104400"/>
                  <a:gd name="textAreaRight" fmla="*/ 104760 w 10440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847" h="2740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Google Shape;89;p15"/>
              <p:cNvSpPr/>
              <p:nvPr/>
            </p:nvSpPr>
            <p:spPr>
              <a:xfrm>
                <a:off x="5063040" y="3984120"/>
                <a:ext cx="104040" cy="59040"/>
              </a:xfrm>
              <a:custGeom>
                <a:avLst/>
                <a:gdLst>
                  <a:gd name="textAreaLeft" fmla="*/ 0 w 104040"/>
                  <a:gd name="textAreaRight" fmla="*/ 104400 w 1040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835" h="2741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Google Shape;90;p15"/>
              <p:cNvSpPr/>
              <p:nvPr/>
            </p:nvSpPr>
            <p:spPr>
              <a:xfrm>
                <a:off x="5136480" y="4026600"/>
                <a:ext cx="104040" cy="59040"/>
              </a:xfrm>
              <a:custGeom>
                <a:avLst/>
                <a:gdLst>
                  <a:gd name="textAreaLeft" fmla="*/ 0 w 104040"/>
                  <a:gd name="textAreaRight" fmla="*/ 104400 w 1040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835" h="2740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Google Shape;91;p15"/>
              <p:cNvSpPr/>
              <p:nvPr/>
            </p:nvSpPr>
            <p:spPr>
              <a:xfrm>
                <a:off x="5209560" y="4069080"/>
                <a:ext cx="104040" cy="58680"/>
              </a:xfrm>
              <a:custGeom>
                <a:avLst/>
                <a:gdLst>
                  <a:gd name="textAreaLeft" fmla="*/ 0 w 104040"/>
                  <a:gd name="textAreaRight" fmla="*/ 104400 w 104040"/>
                  <a:gd name="textAreaTop" fmla="*/ 0 h 58680"/>
                  <a:gd name="textAreaBottom" fmla="*/ 59040 h 58680"/>
                </a:gdLst>
                <a:ahLst/>
                <a:cxnLst/>
                <a:rect l="textAreaLeft" t="textAreaTop" r="textAreaRight" b="textAreaBottom"/>
                <a:pathLst>
                  <a:path w="4835" h="2736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Google Shape;92;p15"/>
              <p:cNvSpPr/>
              <p:nvPr/>
            </p:nvSpPr>
            <p:spPr>
              <a:xfrm>
                <a:off x="5283000" y="4111560"/>
                <a:ext cx="104040" cy="59040"/>
              </a:xfrm>
              <a:custGeom>
                <a:avLst/>
                <a:gdLst>
                  <a:gd name="textAreaLeft" fmla="*/ 0 w 104040"/>
                  <a:gd name="textAreaRight" fmla="*/ 104400 w 1040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835" h="2741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Google Shape;93;p15"/>
              <p:cNvSpPr/>
              <p:nvPr/>
            </p:nvSpPr>
            <p:spPr>
              <a:xfrm>
                <a:off x="5356800" y="4154040"/>
                <a:ext cx="104040" cy="58680"/>
              </a:xfrm>
              <a:custGeom>
                <a:avLst/>
                <a:gdLst>
                  <a:gd name="textAreaLeft" fmla="*/ 0 w 104040"/>
                  <a:gd name="textAreaRight" fmla="*/ 104400 w 104040"/>
                  <a:gd name="textAreaTop" fmla="*/ 0 h 58680"/>
                  <a:gd name="textAreaBottom" fmla="*/ 59040 h 58680"/>
                </a:gdLst>
                <a:ahLst/>
                <a:cxnLst/>
                <a:rect l="textAreaLeft" t="textAreaTop" r="textAreaRight" b="textAreaBottom"/>
                <a:pathLst>
                  <a:path w="4835" h="2734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Google Shape;94;p15"/>
              <p:cNvSpPr/>
              <p:nvPr/>
            </p:nvSpPr>
            <p:spPr>
              <a:xfrm>
                <a:off x="5430240" y="4196520"/>
                <a:ext cx="104400" cy="58680"/>
              </a:xfrm>
              <a:custGeom>
                <a:avLst/>
                <a:gdLst>
                  <a:gd name="textAreaLeft" fmla="*/ 0 w 104400"/>
                  <a:gd name="textAreaRight" fmla="*/ 104760 w 104400"/>
                  <a:gd name="textAreaTop" fmla="*/ 0 h 58680"/>
                  <a:gd name="textAreaBottom" fmla="*/ 59040 h 58680"/>
                </a:gdLst>
                <a:ahLst/>
                <a:cxnLst/>
                <a:rect l="textAreaLeft" t="textAreaTop" r="textAreaRight" b="textAreaBottom"/>
                <a:pathLst>
                  <a:path w="4847" h="2736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Google Shape;95;p15"/>
              <p:cNvSpPr/>
              <p:nvPr/>
            </p:nvSpPr>
            <p:spPr>
              <a:xfrm>
                <a:off x="5503320" y="4238640"/>
                <a:ext cx="104040" cy="59040"/>
              </a:xfrm>
              <a:custGeom>
                <a:avLst/>
                <a:gdLst>
                  <a:gd name="textAreaLeft" fmla="*/ 0 w 104040"/>
                  <a:gd name="textAreaRight" fmla="*/ 104400 w 1040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835" h="2740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Google Shape;96;p15"/>
              <p:cNvSpPr/>
              <p:nvPr/>
            </p:nvSpPr>
            <p:spPr>
              <a:xfrm>
                <a:off x="4827240" y="3766680"/>
                <a:ext cx="106560" cy="60120"/>
              </a:xfrm>
              <a:custGeom>
                <a:avLst/>
                <a:gdLst>
                  <a:gd name="textAreaLeft" fmla="*/ 0 w 106560"/>
                  <a:gd name="textAreaRight" fmla="*/ 106920 w 10656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4942" h="2796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240" bIns="30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Google Shape;97;p15"/>
              <p:cNvSpPr/>
              <p:nvPr/>
            </p:nvSpPr>
            <p:spPr>
              <a:xfrm>
                <a:off x="4902840" y="3810600"/>
                <a:ext cx="106560" cy="60120"/>
              </a:xfrm>
              <a:custGeom>
                <a:avLst/>
                <a:gdLst>
                  <a:gd name="textAreaLeft" fmla="*/ 0 w 106560"/>
                  <a:gd name="textAreaRight" fmla="*/ 106920 w 10656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4942" h="2791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240" bIns="30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Google Shape;98;p15"/>
              <p:cNvSpPr/>
              <p:nvPr/>
            </p:nvSpPr>
            <p:spPr>
              <a:xfrm>
                <a:off x="4978440" y="3854160"/>
                <a:ext cx="106560" cy="60120"/>
              </a:xfrm>
              <a:custGeom>
                <a:avLst/>
                <a:gdLst>
                  <a:gd name="textAreaLeft" fmla="*/ 0 w 106560"/>
                  <a:gd name="textAreaRight" fmla="*/ 106920 w 10656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4942" h="2791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240" bIns="30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Google Shape;99;p15"/>
              <p:cNvSpPr/>
              <p:nvPr/>
            </p:nvSpPr>
            <p:spPr>
              <a:xfrm>
                <a:off x="5054040" y="3898080"/>
                <a:ext cx="106560" cy="60120"/>
              </a:xfrm>
              <a:custGeom>
                <a:avLst/>
                <a:gdLst>
                  <a:gd name="textAreaLeft" fmla="*/ 0 w 106560"/>
                  <a:gd name="textAreaRight" fmla="*/ 106920 w 10656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4942" h="2791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240" bIns="30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Google Shape;100;p15"/>
              <p:cNvSpPr/>
              <p:nvPr/>
            </p:nvSpPr>
            <p:spPr>
              <a:xfrm>
                <a:off x="5130000" y="3941640"/>
                <a:ext cx="106560" cy="60120"/>
              </a:xfrm>
              <a:custGeom>
                <a:avLst/>
                <a:gdLst>
                  <a:gd name="textAreaLeft" fmla="*/ 0 w 106560"/>
                  <a:gd name="textAreaRight" fmla="*/ 106920 w 10656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4942" h="2791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240" bIns="30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Google Shape;101;p15"/>
              <p:cNvSpPr/>
              <p:nvPr/>
            </p:nvSpPr>
            <p:spPr>
              <a:xfrm>
                <a:off x="5205960" y="3985560"/>
                <a:ext cx="106200" cy="60120"/>
              </a:xfrm>
              <a:custGeom>
                <a:avLst/>
                <a:gdLst>
                  <a:gd name="textAreaLeft" fmla="*/ 0 w 106200"/>
                  <a:gd name="textAreaRight" fmla="*/ 106560 w 10620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4930" h="2795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240" bIns="30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Google Shape;102;p15"/>
              <p:cNvSpPr/>
              <p:nvPr/>
            </p:nvSpPr>
            <p:spPr>
              <a:xfrm>
                <a:off x="5281560" y="4029120"/>
                <a:ext cx="106560" cy="60120"/>
              </a:xfrm>
              <a:custGeom>
                <a:avLst/>
                <a:gdLst>
                  <a:gd name="textAreaLeft" fmla="*/ 0 w 106560"/>
                  <a:gd name="textAreaRight" fmla="*/ 106920 w 10656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4943" h="2791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240" bIns="30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Google Shape;103;p15"/>
              <p:cNvSpPr/>
              <p:nvPr/>
            </p:nvSpPr>
            <p:spPr>
              <a:xfrm>
                <a:off x="5357160" y="4072680"/>
                <a:ext cx="106560" cy="60120"/>
              </a:xfrm>
              <a:custGeom>
                <a:avLst/>
                <a:gdLst>
                  <a:gd name="textAreaLeft" fmla="*/ 0 w 106560"/>
                  <a:gd name="textAreaRight" fmla="*/ 106920 w 10656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4942" h="2795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240" bIns="30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Google Shape;104;p15"/>
              <p:cNvSpPr/>
              <p:nvPr/>
            </p:nvSpPr>
            <p:spPr>
              <a:xfrm>
                <a:off x="5432760" y="4116600"/>
                <a:ext cx="106560" cy="60120"/>
              </a:xfrm>
              <a:custGeom>
                <a:avLst/>
                <a:gdLst>
                  <a:gd name="textAreaLeft" fmla="*/ 0 w 106560"/>
                  <a:gd name="textAreaRight" fmla="*/ 106920 w 10656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4942" h="2797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240" bIns="30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Google Shape;105;p15"/>
              <p:cNvSpPr/>
              <p:nvPr/>
            </p:nvSpPr>
            <p:spPr>
              <a:xfrm>
                <a:off x="5508720" y="4160160"/>
                <a:ext cx="106560" cy="60120"/>
              </a:xfrm>
              <a:custGeom>
                <a:avLst/>
                <a:gdLst>
                  <a:gd name="textAreaLeft" fmla="*/ 0 w 106560"/>
                  <a:gd name="textAreaRight" fmla="*/ 106920 w 10656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4942" h="2791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240" bIns="30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Google Shape;106;p15"/>
              <p:cNvSpPr/>
              <p:nvPr/>
            </p:nvSpPr>
            <p:spPr>
              <a:xfrm>
                <a:off x="5584680" y="4204080"/>
                <a:ext cx="106200" cy="60120"/>
              </a:xfrm>
              <a:custGeom>
                <a:avLst/>
                <a:gdLst>
                  <a:gd name="textAreaLeft" fmla="*/ 0 w 106200"/>
                  <a:gd name="textAreaRight" fmla="*/ 106560 w 10620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4930" h="2792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0240" bIns="30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Google Shape;107;p15"/>
              <p:cNvSpPr/>
              <p:nvPr/>
            </p:nvSpPr>
            <p:spPr>
              <a:xfrm>
                <a:off x="4847040" y="3696480"/>
                <a:ext cx="114480" cy="65160"/>
              </a:xfrm>
              <a:custGeom>
                <a:avLst/>
                <a:gdLst>
                  <a:gd name="textAreaLeft" fmla="*/ 0 w 114480"/>
                  <a:gd name="textAreaRight" fmla="*/ 114840 w 114480"/>
                  <a:gd name="textAreaTop" fmla="*/ 0 h 65160"/>
                  <a:gd name="textAreaBottom" fmla="*/ 65520 h 65160"/>
                </a:gdLst>
                <a:ahLst/>
                <a:cxnLst/>
                <a:rect l="textAreaLeft" t="textAreaTop" r="textAreaRight" b="textAreaBottom"/>
                <a:pathLst>
                  <a:path w="5311" h="3024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Google Shape;108;p15"/>
              <p:cNvSpPr/>
              <p:nvPr/>
            </p:nvSpPr>
            <p:spPr>
              <a:xfrm>
                <a:off x="4932000" y="3745800"/>
                <a:ext cx="114840" cy="65160"/>
              </a:xfrm>
              <a:custGeom>
                <a:avLst/>
                <a:gdLst>
                  <a:gd name="textAreaLeft" fmla="*/ 0 w 114840"/>
                  <a:gd name="textAreaRight" fmla="*/ 115200 w 114840"/>
                  <a:gd name="textAreaTop" fmla="*/ 0 h 65160"/>
                  <a:gd name="textAreaBottom" fmla="*/ 65520 h 65160"/>
                </a:gdLst>
                <a:ahLst/>
                <a:cxnLst/>
                <a:rect l="textAreaLeft" t="textAreaTop" r="textAreaRight" b="textAreaBottom"/>
                <a:pathLst>
                  <a:path w="5323" h="3024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Google Shape;109;p15"/>
              <p:cNvSpPr/>
              <p:nvPr/>
            </p:nvSpPr>
            <p:spPr>
              <a:xfrm>
                <a:off x="5016960" y="3794760"/>
                <a:ext cx="114480" cy="65160"/>
              </a:xfrm>
              <a:custGeom>
                <a:avLst/>
                <a:gdLst>
                  <a:gd name="textAreaLeft" fmla="*/ 0 w 114480"/>
                  <a:gd name="textAreaRight" fmla="*/ 114840 w 114480"/>
                  <a:gd name="textAreaTop" fmla="*/ 0 h 65160"/>
                  <a:gd name="textAreaBottom" fmla="*/ 65520 h 65160"/>
                </a:gdLst>
                <a:ahLst/>
                <a:cxnLst/>
                <a:rect l="textAreaLeft" t="textAreaTop" r="textAreaRight" b="textAreaBottom"/>
                <a:pathLst>
                  <a:path w="5311" h="3024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Google Shape;110;p15"/>
              <p:cNvSpPr/>
              <p:nvPr/>
            </p:nvSpPr>
            <p:spPr>
              <a:xfrm>
                <a:off x="5101920" y="3843720"/>
                <a:ext cx="114840" cy="65160"/>
              </a:xfrm>
              <a:custGeom>
                <a:avLst/>
                <a:gdLst>
                  <a:gd name="textAreaLeft" fmla="*/ 0 w 114840"/>
                  <a:gd name="textAreaRight" fmla="*/ 115200 w 114840"/>
                  <a:gd name="textAreaTop" fmla="*/ 0 h 65160"/>
                  <a:gd name="textAreaBottom" fmla="*/ 65520 h 65160"/>
                </a:gdLst>
                <a:ahLst/>
                <a:cxnLst/>
                <a:rect l="textAreaLeft" t="textAreaTop" r="textAreaRight" b="textAreaBottom"/>
                <a:pathLst>
                  <a:path w="5323" h="3024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Google Shape;111;p15"/>
              <p:cNvSpPr/>
              <p:nvPr/>
            </p:nvSpPr>
            <p:spPr>
              <a:xfrm>
                <a:off x="5186880" y="3893040"/>
                <a:ext cx="114840" cy="65160"/>
              </a:xfrm>
              <a:custGeom>
                <a:avLst/>
                <a:gdLst>
                  <a:gd name="textAreaLeft" fmla="*/ 0 w 114840"/>
                  <a:gd name="textAreaRight" fmla="*/ 115200 w 114840"/>
                  <a:gd name="textAreaTop" fmla="*/ 0 h 65160"/>
                  <a:gd name="textAreaBottom" fmla="*/ 65520 h 65160"/>
                </a:gdLst>
                <a:ahLst/>
                <a:cxnLst/>
                <a:rect l="textAreaLeft" t="textAreaTop" r="textAreaRight" b="textAreaBottom"/>
                <a:pathLst>
                  <a:path w="5323" h="3024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Google Shape;112;p15"/>
              <p:cNvSpPr/>
              <p:nvPr/>
            </p:nvSpPr>
            <p:spPr>
              <a:xfrm>
                <a:off x="5272200" y="3942000"/>
                <a:ext cx="114480" cy="65160"/>
              </a:xfrm>
              <a:custGeom>
                <a:avLst/>
                <a:gdLst>
                  <a:gd name="textAreaLeft" fmla="*/ 0 w 114480"/>
                  <a:gd name="textAreaRight" fmla="*/ 114840 w 114480"/>
                  <a:gd name="textAreaTop" fmla="*/ 0 h 65160"/>
                  <a:gd name="textAreaBottom" fmla="*/ 65520 h 65160"/>
                </a:gdLst>
                <a:ahLst/>
                <a:cxnLst/>
                <a:rect l="textAreaLeft" t="textAreaTop" r="textAreaRight" b="textAreaBottom"/>
                <a:pathLst>
                  <a:path w="5311" h="3024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Google Shape;113;p15"/>
              <p:cNvSpPr/>
              <p:nvPr/>
            </p:nvSpPr>
            <p:spPr>
              <a:xfrm>
                <a:off x="5357160" y="3991320"/>
                <a:ext cx="114840" cy="65160"/>
              </a:xfrm>
              <a:custGeom>
                <a:avLst/>
                <a:gdLst>
                  <a:gd name="textAreaLeft" fmla="*/ 0 w 114840"/>
                  <a:gd name="textAreaRight" fmla="*/ 115200 w 114840"/>
                  <a:gd name="textAreaTop" fmla="*/ 0 h 65160"/>
                  <a:gd name="textAreaBottom" fmla="*/ 65520 h 65160"/>
                </a:gdLst>
                <a:ahLst/>
                <a:cxnLst/>
                <a:rect l="textAreaLeft" t="textAreaTop" r="textAreaRight" b="textAreaBottom"/>
                <a:pathLst>
                  <a:path w="5323" h="3024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Google Shape;114;p15"/>
              <p:cNvSpPr/>
              <p:nvPr/>
            </p:nvSpPr>
            <p:spPr>
              <a:xfrm>
                <a:off x="5442480" y="4040280"/>
                <a:ext cx="114480" cy="65160"/>
              </a:xfrm>
              <a:custGeom>
                <a:avLst/>
                <a:gdLst>
                  <a:gd name="textAreaLeft" fmla="*/ 0 w 114480"/>
                  <a:gd name="textAreaRight" fmla="*/ 114840 w 114480"/>
                  <a:gd name="textAreaTop" fmla="*/ 0 h 65160"/>
                  <a:gd name="textAreaBottom" fmla="*/ 65520 h 65160"/>
                </a:gdLst>
                <a:ahLst/>
                <a:cxnLst/>
                <a:rect l="textAreaLeft" t="textAreaTop" r="textAreaRight" b="textAreaBottom"/>
                <a:pathLst>
                  <a:path w="5311" h="3023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Google Shape;115;p15"/>
              <p:cNvSpPr/>
              <p:nvPr/>
            </p:nvSpPr>
            <p:spPr>
              <a:xfrm>
                <a:off x="5527440" y="4089600"/>
                <a:ext cx="114480" cy="65160"/>
              </a:xfrm>
              <a:custGeom>
                <a:avLst/>
                <a:gdLst>
                  <a:gd name="textAreaLeft" fmla="*/ 0 w 114480"/>
                  <a:gd name="textAreaRight" fmla="*/ 114840 w 114480"/>
                  <a:gd name="textAreaTop" fmla="*/ 0 h 65160"/>
                  <a:gd name="textAreaBottom" fmla="*/ 65520 h 65160"/>
                </a:gdLst>
                <a:ahLst/>
                <a:cxnLst/>
                <a:rect l="textAreaLeft" t="textAreaTop" r="textAreaRight" b="textAreaBottom"/>
                <a:pathLst>
                  <a:path w="5311" h="3024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Google Shape;116;p15"/>
              <p:cNvSpPr/>
              <p:nvPr/>
            </p:nvSpPr>
            <p:spPr>
              <a:xfrm>
                <a:off x="5612760" y="4138560"/>
                <a:ext cx="114480" cy="65160"/>
              </a:xfrm>
              <a:custGeom>
                <a:avLst/>
                <a:gdLst>
                  <a:gd name="textAreaLeft" fmla="*/ 0 w 114480"/>
                  <a:gd name="textAreaRight" fmla="*/ 114840 w 114480"/>
                  <a:gd name="textAreaTop" fmla="*/ 0 h 65160"/>
                  <a:gd name="textAreaBottom" fmla="*/ 65520 h 65160"/>
                </a:gdLst>
                <a:ahLst/>
                <a:cxnLst/>
                <a:rect l="textAreaLeft" t="textAreaTop" r="textAreaRight" b="textAreaBottom"/>
                <a:pathLst>
                  <a:path w="5311" h="3024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Google Shape;117;p15"/>
              <p:cNvSpPr/>
              <p:nvPr/>
            </p:nvSpPr>
            <p:spPr>
              <a:xfrm>
                <a:off x="5697720" y="4187880"/>
                <a:ext cx="114840" cy="65160"/>
              </a:xfrm>
              <a:custGeom>
                <a:avLst/>
                <a:gdLst>
                  <a:gd name="textAreaLeft" fmla="*/ 0 w 114840"/>
                  <a:gd name="textAreaRight" fmla="*/ 115200 w 114840"/>
                  <a:gd name="textAreaTop" fmla="*/ 0 h 65160"/>
                  <a:gd name="textAreaBottom" fmla="*/ 65520 h 65160"/>
                </a:gdLst>
                <a:ahLst/>
                <a:cxnLst/>
                <a:rect l="textAreaLeft" t="textAreaTop" r="textAreaRight" b="textAreaBottom"/>
                <a:pathLst>
                  <a:path w="5323" h="3024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2760" bIns="32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Google Shape;118;p15"/>
              <p:cNvSpPr/>
              <p:nvPr/>
            </p:nvSpPr>
            <p:spPr>
              <a:xfrm>
                <a:off x="5569200" y="4357800"/>
                <a:ext cx="126000" cy="71640"/>
              </a:xfrm>
              <a:custGeom>
                <a:avLst/>
                <a:gdLst>
                  <a:gd name="textAreaLeft" fmla="*/ 0 w 126000"/>
                  <a:gd name="textAreaRight" fmla="*/ 126360 w 126000"/>
                  <a:gd name="textAreaTop" fmla="*/ 0 h 71640"/>
                  <a:gd name="textAreaBottom" fmla="*/ 72000 h 71640"/>
                </a:gdLst>
                <a:ahLst/>
                <a:cxnLst/>
                <a:rect l="textAreaLeft" t="textAreaTop" r="textAreaRight" b="textAreaBottom"/>
                <a:pathLst>
                  <a:path w="5835" h="3323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00" bIns="36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Google Shape;119;p15"/>
              <p:cNvSpPr/>
              <p:nvPr/>
            </p:nvSpPr>
            <p:spPr>
              <a:xfrm>
                <a:off x="5477040" y="4304880"/>
                <a:ext cx="126000" cy="71640"/>
              </a:xfrm>
              <a:custGeom>
                <a:avLst/>
                <a:gdLst>
                  <a:gd name="textAreaLeft" fmla="*/ 0 w 126000"/>
                  <a:gd name="textAreaRight" fmla="*/ 126360 w 126000"/>
                  <a:gd name="textAreaTop" fmla="*/ 0 h 71640"/>
                  <a:gd name="textAreaBottom" fmla="*/ 72000 h 71640"/>
                </a:gdLst>
                <a:ahLst/>
                <a:cxnLst/>
                <a:rect l="textAreaLeft" t="textAreaTop" r="textAreaRight" b="textAreaBottom"/>
                <a:pathLst>
                  <a:path w="5835" h="3324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00" bIns="36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Google Shape;120;p15"/>
              <p:cNvSpPr/>
              <p:nvPr/>
            </p:nvSpPr>
            <p:spPr>
              <a:xfrm>
                <a:off x="5385240" y="4251960"/>
                <a:ext cx="126000" cy="71280"/>
              </a:xfrm>
              <a:custGeom>
                <a:avLst/>
                <a:gdLst>
                  <a:gd name="textAreaLeft" fmla="*/ 0 w 126000"/>
                  <a:gd name="textAreaRight" fmla="*/ 126360 w 126000"/>
                  <a:gd name="textAreaTop" fmla="*/ 0 h 71280"/>
                  <a:gd name="textAreaBottom" fmla="*/ 71640 h 71280"/>
                </a:gdLst>
                <a:ahLst/>
                <a:cxnLst/>
                <a:rect l="textAreaLeft" t="textAreaTop" r="textAreaRight" b="textAreaBottom"/>
                <a:pathLst>
                  <a:path w="5835" h="3318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640" bIns="35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Google Shape;121;p15"/>
              <p:cNvSpPr/>
              <p:nvPr/>
            </p:nvSpPr>
            <p:spPr>
              <a:xfrm>
                <a:off x="4813560" y="3921840"/>
                <a:ext cx="605520" cy="348480"/>
              </a:xfrm>
              <a:custGeom>
                <a:avLst/>
                <a:gdLst>
                  <a:gd name="textAreaLeft" fmla="*/ 0 w 605520"/>
                  <a:gd name="textAreaRight" fmla="*/ 605880 w 605520"/>
                  <a:gd name="textAreaTop" fmla="*/ 0 h 348480"/>
                  <a:gd name="textAreaBottom" fmla="*/ 348840 h 348480"/>
                </a:gdLst>
                <a:ahLst/>
                <a:cxnLst/>
                <a:rect l="textAreaLeft" t="textAreaTop" r="textAreaRight" b="textAreaBottom"/>
                <a:pathLst>
                  <a:path w="28016" h="16132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1" name="Google Shape;122;p15"/>
            <p:cNvSpPr/>
            <p:nvPr/>
          </p:nvSpPr>
          <p:spPr>
            <a:xfrm>
              <a:off x="5251680" y="3477600"/>
              <a:ext cx="725040" cy="422640"/>
            </a:xfrm>
            <a:custGeom>
              <a:avLst/>
              <a:gdLst>
                <a:gd name="textAreaLeft" fmla="*/ 0 w 725040"/>
                <a:gd name="textAreaRight" fmla="*/ 725400 w 725040"/>
                <a:gd name="textAreaTop" fmla="*/ 0 h 422640"/>
                <a:gd name="textAreaBottom" fmla="*/ 423000 h 422640"/>
              </a:gdLst>
              <a:ahLst/>
              <a:cxnLst/>
              <a:rect l="textAreaLeft" t="textAreaTop" r="textAreaRight" b="textAreaBottom"/>
              <a:pathLst>
                <a:path w="33541" h="19563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 rotWithShape="0">
              <a:gsLst>
                <a:gs pos="0">
                  <a:srgbClr val="4335af"/>
                </a:gs>
                <a:gs pos="100000">
                  <a:srgbClr val="9659f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Google Shape;123;p15"/>
            <p:cNvSpPr/>
            <p:nvPr/>
          </p:nvSpPr>
          <p:spPr>
            <a:xfrm>
              <a:off x="5251680" y="3459960"/>
              <a:ext cx="725040" cy="418320"/>
            </a:xfrm>
            <a:custGeom>
              <a:avLst/>
              <a:gdLst>
                <a:gd name="textAreaLeft" fmla="*/ 0 w 725040"/>
                <a:gd name="textAreaRight" fmla="*/ 725400 w 725040"/>
                <a:gd name="textAreaTop" fmla="*/ 0 h 418320"/>
                <a:gd name="textAreaBottom" fmla="*/ 418680 h 418320"/>
              </a:gdLst>
              <a:ahLst/>
              <a:cxnLst/>
              <a:rect l="textAreaLeft" t="textAreaTop" r="textAreaRight" b="textAreaBottom"/>
              <a:pathLst>
                <a:path w="33541" h="19363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4335af"/>
                </a:gs>
                <a:gs pos="100000">
                  <a:srgbClr val="9659f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Google Shape;124;p15"/>
            <p:cNvSpPr/>
            <p:nvPr/>
          </p:nvSpPr>
          <p:spPr>
            <a:xfrm>
              <a:off x="5435280" y="3389040"/>
              <a:ext cx="358200" cy="384120"/>
            </a:xfrm>
            <a:custGeom>
              <a:avLst/>
              <a:gdLst>
                <a:gd name="textAreaLeft" fmla="*/ 0 w 358200"/>
                <a:gd name="textAreaRight" fmla="*/ 358560 w 358200"/>
                <a:gd name="textAreaTop" fmla="*/ 0 h 384120"/>
                <a:gd name="textAreaBottom" fmla="*/ 384480 h 384120"/>
              </a:gdLst>
              <a:ahLst/>
              <a:cxnLst/>
              <a:rect l="textAreaLeft" t="textAreaTop" r="textAreaRight" b="textAreaBottom"/>
              <a:pathLst>
                <a:path w="16574" h="17777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 rotWithShape="0">
              <a:gsLst>
                <a:gs pos="0">
                  <a:srgbClr val="4335af"/>
                </a:gs>
                <a:gs pos="100000">
                  <a:srgbClr val="9659f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Google Shape;125;p15"/>
            <p:cNvSpPr/>
            <p:nvPr/>
          </p:nvSpPr>
          <p:spPr>
            <a:xfrm>
              <a:off x="5434200" y="3378240"/>
              <a:ext cx="358920" cy="206640"/>
            </a:xfrm>
            <a:custGeom>
              <a:avLst/>
              <a:gdLst>
                <a:gd name="textAreaLeft" fmla="*/ 0 w 358920"/>
                <a:gd name="textAreaRight" fmla="*/ 359280 w 358920"/>
                <a:gd name="textAreaTop" fmla="*/ 0 h 206640"/>
                <a:gd name="textAreaBottom" fmla="*/ 207000 h 206640"/>
              </a:gdLst>
              <a:ahLst/>
              <a:cxnLst/>
              <a:rect l="textAreaLeft" t="textAreaTop" r="textAreaRight" b="textAreaBottom"/>
              <a:pathLst>
                <a:path w="16622" h="9574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4335af"/>
                </a:gs>
                <a:gs pos="100000">
                  <a:srgbClr val="9659f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Google Shape;126;p15"/>
            <p:cNvSpPr/>
            <p:nvPr/>
          </p:nvSpPr>
          <p:spPr>
            <a:xfrm>
              <a:off x="4992120" y="2193840"/>
              <a:ext cx="1254240" cy="1636560"/>
            </a:xfrm>
            <a:custGeom>
              <a:avLst/>
              <a:gdLst>
                <a:gd name="textAreaLeft" fmla="*/ 0 w 1254240"/>
                <a:gd name="textAreaRight" fmla="*/ 1254600 w 1254240"/>
                <a:gd name="textAreaTop" fmla="*/ 0 h 1636560"/>
                <a:gd name="textAreaBottom" fmla="*/ 1636920 h 1636560"/>
              </a:gdLst>
              <a:ahLst/>
              <a:cxnLst/>
              <a:rect l="textAreaLeft" t="textAreaTop" r="textAreaRight" b="textAreaBottom"/>
              <a:pathLst>
                <a:path w="58008" h="75689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 rotWithShape="0">
              <a:gsLst>
                <a:gs pos="0">
                  <a:srgbClr val="4335af"/>
                </a:gs>
                <a:gs pos="100000">
                  <a:srgbClr val="9659f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Google Shape;127;p15"/>
            <p:cNvSpPr/>
            <p:nvPr/>
          </p:nvSpPr>
          <p:spPr>
            <a:xfrm>
              <a:off x="4982400" y="2220840"/>
              <a:ext cx="1217880" cy="1612080"/>
            </a:xfrm>
            <a:custGeom>
              <a:avLst/>
              <a:gdLst>
                <a:gd name="textAreaLeft" fmla="*/ 0 w 1217880"/>
                <a:gd name="textAreaRight" fmla="*/ 1218240 w 1217880"/>
                <a:gd name="textAreaTop" fmla="*/ 0 h 1612080"/>
                <a:gd name="textAreaBottom" fmla="*/ 1612440 h 1612080"/>
              </a:gdLst>
              <a:ahLst/>
              <a:cxnLst/>
              <a:rect l="textAreaLeft" t="textAreaTop" r="textAreaRight" b="textAreaBottom"/>
              <a:pathLst>
                <a:path w="56330" h="74569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 rotWithShape="0">
              <a:gsLst>
                <a:gs pos="0">
                  <a:srgbClr val="4335af"/>
                </a:gs>
                <a:gs pos="100000">
                  <a:srgbClr val="9659f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Google Shape;128;p15"/>
            <p:cNvSpPr/>
            <p:nvPr/>
          </p:nvSpPr>
          <p:spPr>
            <a:xfrm>
              <a:off x="5007960" y="2253960"/>
              <a:ext cx="1166400" cy="1545480"/>
            </a:xfrm>
            <a:custGeom>
              <a:avLst/>
              <a:gdLst>
                <a:gd name="textAreaLeft" fmla="*/ 0 w 1166400"/>
                <a:gd name="textAreaRight" fmla="*/ 1166760 w 1166400"/>
                <a:gd name="textAreaTop" fmla="*/ 0 h 1545480"/>
                <a:gd name="textAreaBottom" fmla="*/ 1545840 h 1545480"/>
              </a:gdLst>
              <a:ahLst/>
              <a:cxnLst/>
              <a:rect l="textAreaLeft" t="textAreaTop" r="textAreaRight" b="textAreaBottom"/>
              <a:pathLst>
                <a:path w="53960" h="71486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 rotWithShape="0">
              <a:gsLst>
                <a:gs pos="0">
                  <a:srgbClr val="9659f4"/>
                </a:gs>
                <a:gs pos="100000">
                  <a:srgbClr val="5ccffb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8" name="Google Shape;129;p15"/>
          <p:cNvSpPr/>
          <p:nvPr/>
        </p:nvSpPr>
        <p:spPr>
          <a:xfrm>
            <a:off x="7096320" y="2531160"/>
            <a:ext cx="1235880" cy="1671840"/>
          </a:xfrm>
          <a:custGeom>
            <a:avLst/>
            <a:gdLst>
              <a:gd name="textAreaLeft" fmla="*/ 0 w 1235880"/>
              <a:gd name="textAreaRight" fmla="*/ 1236240 w 1235880"/>
              <a:gd name="textAreaTop" fmla="*/ 0 h 1671840"/>
              <a:gd name="textAreaBottom" fmla="*/ 1672200 h 1671840"/>
            </a:gdLst>
            <a:ahLst/>
            <a:cxnLst/>
            <a:rect l="textAreaLeft" t="textAreaTop" r="textAreaRight" b="textAreaBottom"/>
            <a:pathLst>
              <a:path w="52721" h="71307">
                <a:moveTo>
                  <a:pt x="52709" y="0"/>
                </a:moveTo>
                <a:lnTo>
                  <a:pt x="0" y="0"/>
                </a:lnTo>
                <a:lnTo>
                  <a:pt x="0" y="55495"/>
                </a:lnTo>
                <a:cubicBezTo>
                  <a:pt x="0" y="56090"/>
                  <a:pt x="321" y="56650"/>
                  <a:pt x="845" y="56948"/>
                </a:cubicBezTo>
                <a:lnTo>
                  <a:pt x="24646" y="70699"/>
                </a:lnTo>
                <a:cubicBezTo>
                  <a:pt x="25706" y="71306"/>
                  <a:pt x="27027" y="71306"/>
                  <a:pt x="28087" y="70699"/>
                </a:cubicBezTo>
                <a:lnTo>
                  <a:pt x="51876" y="56948"/>
                </a:lnTo>
                <a:cubicBezTo>
                  <a:pt x="52399" y="56650"/>
                  <a:pt x="52721" y="56090"/>
                  <a:pt x="52721" y="55495"/>
                </a:cubicBezTo>
                <a:lnTo>
                  <a:pt x="52721" y="55495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30;p15"/>
          <p:cNvSpPr/>
          <p:nvPr/>
        </p:nvSpPr>
        <p:spPr>
          <a:xfrm>
            <a:off x="7089840" y="2160360"/>
            <a:ext cx="1248840" cy="741240"/>
          </a:xfrm>
          <a:custGeom>
            <a:avLst/>
            <a:gdLst>
              <a:gd name="textAreaLeft" fmla="*/ 0 w 1248840"/>
              <a:gd name="textAreaRight" fmla="*/ 1249200 w 1248840"/>
              <a:gd name="textAreaTop" fmla="*/ 0 h 741240"/>
              <a:gd name="textAreaBottom" fmla="*/ 741600 h 741240"/>
            </a:gdLst>
            <a:ahLst/>
            <a:cxnLst/>
            <a:rect l="textAreaLeft" t="textAreaTop" r="textAreaRight" b="textAreaBottom"/>
            <a:pathLst>
              <a:path w="53269" h="31624">
                <a:moveTo>
                  <a:pt x="24920" y="31004"/>
                </a:moveTo>
                <a:lnTo>
                  <a:pt x="1119" y="17265"/>
                </a:lnTo>
                <a:cubicBezTo>
                  <a:pt x="0" y="16622"/>
                  <a:pt x="0" y="15002"/>
                  <a:pt x="1119" y="14359"/>
                </a:cubicBezTo>
                <a:lnTo>
                  <a:pt x="24920" y="620"/>
                </a:lnTo>
                <a:cubicBezTo>
                  <a:pt x="25980" y="1"/>
                  <a:pt x="27301" y="1"/>
                  <a:pt x="28361" y="620"/>
                </a:cubicBezTo>
                <a:lnTo>
                  <a:pt x="52150" y="14359"/>
                </a:lnTo>
                <a:cubicBezTo>
                  <a:pt x="53269" y="15002"/>
                  <a:pt x="53269" y="16622"/>
                  <a:pt x="52150" y="17265"/>
                </a:cubicBezTo>
                <a:lnTo>
                  <a:pt x="28361" y="31004"/>
                </a:lnTo>
                <a:cubicBezTo>
                  <a:pt x="27289" y="31624"/>
                  <a:pt x="25980" y="31624"/>
                  <a:pt x="24920" y="31004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31;p15"/>
          <p:cNvSpPr/>
          <p:nvPr/>
        </p:nvSpPr>
        <p:spPr>
          <a:xfrm>
            <a:off x="7116480" y="2644560"/>
            <a:ext cx="567000" cy="36360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94" h="15527">
                <a:moveTo>
                  <a:pt x="24194" y="15527"/>
                </a:moveTo>
                <a:lnTo>
                  <a:pt x="0" y="1561"/>
                </a:lnTo>
                <a:lnTo>
                  <a:pt x="0" y="1"/>
                </a:lnTo>
                <a:lnTo>
                  <a:pt x="24194" y="13955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32;p15"/>
          <p:cNvSpPr/>
          <p:nvPr/>
        </p:nvSpPr>
        <p:spPr>
          <a:xfrm>
            <a:off x="7116480" y="2695680"/>
            <a:ext cx="567000" cy="36396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960"/>
              <a:gd name="textAreaBottom" fmla="*/ 364320 h 363960"/>
            </a:gdLst>
            <a:ahLst/>
            <a:cxnLst/>
            <a:rect l="textAreaLeft" t="textAreaTop" r="textAreaRight" b="textAreaBottom"/>
            <a:pathLst>
              <a:path w="24194" h="15539">
                <a:moveTo>
                  <a:pt x="24194" y="15538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33;p15"/>
          <p:cNvSpPr/>
          <p:nvPr/>
        </p:nvSpPr>
        <p:spPr>
          <a:xfrm>
            <a:off x="7116480" y="2747160"/>
            <a:ext cx="567000" cy="36360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94" h="15527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34;p15"/>
          <p:cNvSpPr/>
          <p:nvPr/>
        </p:nvSpPr>
        <p:spPr>
          <a:xfrm>
            <a:off x="7116480" y="2798640"/>
            <a:ext cx="567000" cy="36360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94" h="15527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35;p15"/>
          <p:cNvSpPr/>
          <p:nvPr/>
        </p:nvSpPr>
        <p:spPr>
          <a:xfrm>
            <a:off x="7116480" y="2849760"/>
            <a:ext cx="567000" cy="36360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94" h="15526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36;p15"/>
          <p:cNvSpPr/>
          <p:nvPr/>
        </p:nvSpPr>
        <p:spPr>
          <a:xfrm>
            <a:off x="7116480" y="2941560"/>
            <a:ext cx="567000" cy="36360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94" h="15527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37;p15"/>
          <p:cNvSpPr/>
          <p:nvPr/>
        </p:nvSpPr>
        <p:spPr>
          <a:xfrm>
            <a:off x="7116480" y="2992680"/>
            <a:ext cx="567000" cy="36360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94" h="15526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54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38;p15"/>
          <p:cNvSpPr/>
          <p:nvPr/>
        </p:nvSpPr>
        <p:spPr>
          <a:xfrm>
            <a:off x="7116480" y="3043800"/>
            <a:ext cx="567000" cy="36396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960"/>
              <a:gd name="textAreaBottom" fmla="*/ 364320 h 363960"/>
            </a:gdLst>
            <a:ahLst/>
            <a:cxnLst/>
            <a:rect l="textAreaLeft" t="textAreaTop" r="textAreaRight" b="textAreaBottom"/>
            <a:pathLst>
              <a:path w="24194" h="15539">
                <a:moveTo>
                  <a:pt x="24194" y="15538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39;p15"/>
          <p:cNvSpPr/>
          <p:nvPr/>
        </p:nvSpPr>
        <p:spPr>
          <a:xfrm>
            <a:off x="7116480" y="3095280"/>
            <a:ext cx="567000" cy="36360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94" h="15527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40;p15"/>
          <p:cNvSpPr/>
          <p:nvPr/>
        </p:nvSpPr>
        <p:spPr>
          <a:xfrm>
            <a:off x="7116480" y="3146760"/>
            <a:ext cx="567000" cy="36360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94" h="15527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41;p15"/>
          <p:cNvSpPr/>
          <p:nvPr/>
        </p:nvSpPr>
        <p:spPr>
          <a:xfrm>
            <a:off x="7116480" y="3238200"/>
            <a:ext cx="567000" cy="36360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94" h="15527">
                <a:moveTo>
                  <a:pt x="24194" y="15526"/>
                </a:moveTo>
                <a:lnTo>
                  <a:pt x="0" y="1560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42;p15"/>
          <p:cNvSpPr/>
          <p:nvPr/>
        </p:nvSpPr>
        <p:spPr>
          <a:xfrm>
            <a:off x="7116480" y="3289680"/>
            <a:ext cx="567000" cy="36360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94" h="15527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43;p15"/>
          <p:cNvSpPr/>
          <p:nvPr/>
        </p:nvSpPr>
        <p:spPr>
          <a:xfrm>
            <a:off x="7116480" y="3341160"/>
            <a:ext cx="567000" cy="36360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94" h="15526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54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44;p15"/>
          <p:cNvSpPr/>
          <p:nvPr/>
        </p:nvSpPr>
        <p:spPr>
          <a:xfrm>
            <a:off x="7116480" y="3391920"/>
            <a:ext cx="567000" cy="36396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960"/>
              <a:gd name="textAreaBottom" fmla="*/ 364320 h 363960"/>
            </a:gdLst>
            <a:ahLst/>
            <a:cxnLst/>
            <a:rect l="textAreaLeft" t="textAreaTop" r="textAreaRight" b="textAreaBottom"/>
            <a:pathLst>
              <a:path w="24194" h="15539">
                <a:moveTo>
                  <a:pt x="24194" y="15539"/>
                </a:moveTo>
                <a:lnTo>
                  <a:pt x="0" y="1573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45;p15"/>
          <p:cNvSpPr/>
          <p:nvPr/>
        </p:nvSpPr>
        <p:spPr>
          <a:xfrm>
            <a:off x="7116480" y="3443400"/>
            <a:ext cx="567000" cy="36360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94" h="15527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46;p15"/>
          <p:cNvSpPr/>
          <p:nvPr/>
        </p:nvSpPr>
        <p:spPr>
          <a:xfrm>
            <a:off x="7116480" y="3535200"/>
            <a:ext cx="567000" cy="36360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94" h="15527">
                <a:moveTo>
                  <a:pt x="24194" y="15527"/>
                </a:moveTo>
                <a:lnTo>
                  <a:pt x="0" y="1573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47;p15"/>
          <p:cNvSpPr/>
          <p:nvPr/>
        </p:nvSpPr>
        <p:spPr>
          <a:xfrm>
            <a:off x="7116480" y="3586320"/>
            <a:ext cx="567000" cy="36360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94" h="15527">
                <a:moveTo>
                  <a:pt x="24194" y="15526"/>
                </a:moveTo>
                <a:lnTo>
                  <a:pt x="0" y="1560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48;p15"/>
          <p:cNvSpPr/>
          <p:nvPr/>
        </p:nvSpPr>
        <p:spPr>
          <a:xfrm>
            <a:off x="7116480" y="3637800"/>
            <a:ext cx="567000" cy="36360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94" h="15527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49;p15"/>
          <p:cNvSpPr/>
          <p:nvPr/>
        </p:nvSpPr>
        <p:spPr>
          <a:xfrm>
            <a:off x="7116480" y="3689280"/>
            <a:ext cx="567000" cy="36360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94" h="15526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50;p15"/>
          <p:cNvSpPr/>
          <p:nvPr/>
        </p:nvSpPr>
        <p:spPr>
          <a:xfrm>
            <a:off x="7116480" y="3740400"/>
            <a:ext cx="567000" cy="363960"/>
          </a:xfrm>
          <a:custGeom>
            <a:avLst/>
            <a:gdLst>
              <a:gd name="textAreaLeft" fmla="*/ 0 w 567000"/>
              <a:gd name="textAreaRight" fmla="*/ 567360 w 567000"/>
              <a:gd name="textAreaTop" fmla="*/ 0 h 363960"/>
              <a:gd name="textAreaBottom" fmla="*/ 364320 h 363960"/>
            </a:gdLst>
            <a:ahLst/>
            <a:cxnLst/>
            <a:rect l="textAreaLeft" t="textAreaTop" r="textAreaRight" b="textAreaBottom"/>
            <a:pathLst>
              <a:path w="24194" h="15538">
                <a:moveTo>
                  <a:pt x="24194" y="15538"/>
                </a:moveTo>
                <a:lnTo>
                  <a:pt x="0" y="1572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51;p15"/>
          <p:cNvSpPr/>
          <p:nvPr/>
        </p:nvSpPr>
        <p:spPr>
          <a:xfrm>
            <a:off x="7745400" y="2644560"/>
            <a:ext cx="566640" cy="36360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82" h="15527">
                <a:moveTo>
                  <a:pt x="0" y="15527"/>
                </a:moveTo>
                <a:lnTo>
                  <a:pt x="24182" y="1561"/>
                </a:lnTo>
                <a:lnTo>
                  <a:pt x="24182" y="1"/>
                </a:lnTo>
                <a:lnTo>
                  <a:pt x="0" y="13955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52;p15"/>
          <p:cNvSpPr/>
          <p:nvPr/>
        </p:nvSpPr>
        <p:spPr>
          <a:xfrm>
            <a:off x="7745400" y="2695680"/>
            <a:ext cx="566640" cy="36396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960"/>
              <a:gd name="textAreaBottom" fmla="*/ 364320 h 363960"/>
            </a:gdLst>
            <a:ahLst/>
            <a:cxnLst/>
            <a:rect l="textAreaLeft" t="textAreaTop" r="textAreaRight" b="textAreaBottom"/>
            <a:pathLst>
              <a:path w="24182" h="15539">
                <a:moveTo>
                  <a:pt x="0" y="15538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53;p15"/>
          <p:cNvSpPr/>
          <p:nvPr/>
        </p:nvSpPr>
        <p:spPr>
          <a:xfrm>
            <a:off x="7745400" y="2747160"/>
            <a:ext cx="566640" cy="36360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82" h="15527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54;p15"/>
          <p:cNvSpPr/>
          <p:nvPr/>
        </p:nvSpPr>
        <p:spPr>
          <a:xfrm>
            <a:off x="7745400" y="2798640"/>
            <a:ext cx="566640" cy="36360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82" h="15527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55;p15"/>
          <p:cNvSpPr/>
          <p:nvPr/>
        </p:nvSpPr>
        <p:spPr>
          <a:xfrm>
            <a:off x="7745400" y="2849760"/>
            <a:ext cx="566640" cy="36360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82" h="15526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56;p15"/>
          <p:cNvSpPr/>
          <p:nvPr/>
        </p:nvSpPr>
        <p:spPr>
          <a:xfrm>
            <a:off x="7745400" y="2941560"/>
            <a:ext cx="566640" cy="36360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82" h="15527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57;p15"/>
          <p:cNvSpPr/>
          <p:nvPr/>
        </p:nvSpPr>
        <p:spPr>
          <a:xfrm>
            <a:off x="7745400" y="2992680"/>
            <a:ext cx="566640" cy="36360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82" h="15526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54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58;p15"/>
          <p:cNvSpPr/>
          <p:nvPr/>
        </p:nvSpPr>
        <p:spPr>
          <a:xfrm>
            <a:off x="7745400" y="3043800"/>
            <a:ext cx="566640" cy="36396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960"/>
              <a:gd name="textAreaBottom" fmla="*/ 364320 h 363960"/>
            </a:gdLst>
            <a:ahLst/>
            <a:cxnLst/>
            <a:rect l="textAreaLeft" t="textAreaTop" r="textAreaRight" b="textAreaBottom"/>
            <a:pathLst>
              <a:path w="24182" h="15539">
                <a:moveTo>
                  <a:pt x="0" y="15538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59;p15"/>
          <p:cNvSpPr/>
          <p:nvPr/>
        </p:nvSpPr>
        <p:spPr>
          <a:xfrm>
            <a:off x="7745400" y="3095280"/>
            <a:ext cx="566640" cy="36360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82" h="15527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60;p15"/>
          <p:cNvSpPr/>
          <p:nvPr/>
        </p:nvSpPr>
        <p:spPr>
          <a:xfrm>
            <a:off x="7745400" y="3146760"/>
            <a:ext cx="566640" cy="36360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82" h="15527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61;p15"/>
          <p:cNvSpPr/>
          <p:nvPr/>
        </p:nvSpPr>
        <p:spPr>
          <a:xfrm>
            <a:off x="7745400" y="3238200"/>
            <a:ext cx="566640" cy="36360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82" h="15527">
                <a:moveTo>
                  <a:pt x="0" y="15526"/>
                </a:moveTo>
                <a:lnTo>
                  <a:pt x="24182" y="1560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62;p15"/>
          <p:cNvSpPr/>
          <p:nvPr/>
        </p:nvSpPr>
        <p:spPr>
          <a:xfrm>
            <a:off x="7745400" y="3289680"/>
            <a:ext cx="566640" cy="36360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82" h="15527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63;p15"/>
          <p:cNvSpPr/>
          <p:nvPr/>
        </p:nvSpPr>
        <p:spPr>
          <a:xfrm>
            <a:off x="7745400" y="3341160"/>
            <a:ext cx="566640" cy="36360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82" h="15526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54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64;p15"/>
          <p:cNvSpPr/>
          <p:nvPr/>
        </p:nvSpPr>
        <p:spPr>
          <a:xfrm>
            <a:off x="7745400" y="3391920"/>
            <a:ext cx="566640" cy="36396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960"/>
              <a:gd name="textAreaBottom" fmla="*/ 364320 h 363960"/>
            </a:gdLst>
            <a:ahLst/>
            <a:cxnLst/>
            <a:rect l="textAreaLeft" t="textAreaTop" r="textAreaRight" b="textAreaBottom"/>
            <a:pathLst>
              <a:path w="24182" h="15539">
                <a:moveTo>
                  <a:pt x="0" y="15539"/>
                </a:moveTo>
                <a:lnTo>
                  <a:pt x="24182" y="1573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65;p15"/>
          <p:cNvSpPr/>
          <p:nvPr/>
        </p:nvSpPr>
        <p:spPr>
          <a:xfrm>
            <a:off x="7745400" y="3443400"/>
            <a:ext cx="566640" cy="36360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82" h="15527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66;p15"/>
          <p:cNvSpPr/>
          <p:nvPr/>
        </p:nvSpPr>
        <p:spPr>
          <a:xfrm>
            <a:off x="7745400" y="3535200"/>
            <a:ext cx="566640" cy="36360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82" h="15527">
                <a:moveTo>
                  <a:pt x="0" y="15527"/>
                </a:moveTo>
                <a:lnTo>
                  <a:pt x="24182" y="1573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67;p15"/>
          <p:cNvSpPr/>
          <p:nvPr/>
        </p:nvSpPr>
        <p:spPr>
          <a:xfrm>
            <a:off x="7745400" y="3586320"/>
            <a:ext cx="566640" cy="36360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82" h="15527">
                <a:moveTo>
                  <a:pt x="0" y="15526"/>
                </a:moveTo>
                <a:lnTo>
                  <a:pt x="24182" y="1560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68;p15"/>
          <p:cNvSpPr/>
          <p:nvPr/>
        </p:nvSpPr>
        <p:spPr>
          <a:xfrm>
            <a:off x="7745400" y="3637800"/>
            <a:ext cx="566640" cy="36360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82" h="15527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69;p15"/>
          <p:cNvSpPr/>
          <p:nvPr/>
        </p:nvSpPr>
        <p:spPr>
          <a:xfrm>
            <a:off x="7745400" y="3689280"/>
            <a:ext cx="566640" cy="36360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600"/>
              <a:gd name="textAreaBottom" fmla="*/ 363960 h 363600"/>
            </a:gdLst>
            <a:ahLst/>
            <a:cxnLst/>
            <a:rect l="textAreaLeft" t="textAreaTop" r="textAreaRight" b="textAreaBottom"/>
            <a:pathLst>
              <a:path w="24182" h="15526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70;p15"/>
          <p:cNvSpPr/>
          <p:nvPr/>
        </p:nvSpPr>
        <p:spPr>
          <a:xfrm>
            <a:off x="7745400" y="3740400"/>
            <a:ext cx="566640" cy="363960"/>
          </a:xfrm>
          <a:custGeom>
            <a:avLst/>
            <a:gdLst>
              <a:gd name="textAreaLeft" fmla="*/ 0 w 566640"/>
              <a:gd name="textAreaRight" fmla="*/ 567000 w 566640"/>
              <a:gd name="textAreaTop" fmla="*/ 0 h 363960"/>
              <a:gd name="textAreaBottom" fmla="*/ 364320 h 363960"/>
            </a:gdLst>
            <a:ahLst/>
            <a:cxnLst/>
            <a:rect l="textAreaLeft" t="textAreaTop" r="textAreaRight" b="textAreaBottom"/>
            <a:pathLst>
              <a:path w="24182" h="15538">
                <a:moveTo>
                  <a:pt x="0" y="15538"/>
                </a:moveTo>
                <a:lnTo>
                  <a:pt x="24182" y="1572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 rotWithShape="0">
            <a:gsLst>
              <a:gs pos="0">
                <a:srgbClr val="5ccffb"/>
              </a:gs>
              <a:gs pos="100000">
                <a:srgbClr val="f587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0" name="Google Shape;171;p15"/>
          <p:cNvGrpSpPr/>
          <p:nvPr/>
        </p:nvGrpSpPr>
        <p:grpSpPr>
          <a:xfrm>
            <a:off x="6845400" y="2021400"/>
            <a:ext cx="1738440" cy="1497600"/>
            <a:chOff x="6845400" y="2021400"/>
            <a:chExt cx="1738440" cy="1497600"/>
          </a:xfrm>
        </p:grpSpPr>
        <p:sp>
          <p:nvSpPr>
            <p:cNvPr id="151" name="Google Shape;172;p15"/>
            <p:cNvSpPr/>
            <p:nvPr/>
          </p:nvSpPr>
          <p:spPr>
            <a:xfrm>
              <a:off x="6854400" y="2534040"/>
              <a:ext cx="1720440" cy="984960"/>
            </a:xfrm>
            <a:custGeom>
              <a:avLst/>
              <a:gdLst>
                <a:gd name="textAreaLeft" fmla="*/ 0 w 1720440"/>
                <a:gd name="textAreaRight" fmla="*/ 1720800 w 1720440"/>
                <a:gd name="textAreaTop" fmla="*/ 0 h 984960"/>
                <a:gd name="textAreaBottom" fmla="*/ 985320 h 984960"/>
              </a:gdLst>
              <a:ahLst/>
              <a:cxnLst/>
              <a:rect l="textAreaLeft" t="textAreaTop" r="textAreaRight" b="textAreaBottom"/>
              <a:pathLst>
                <a:path w="78439" h="44914">
                  <a:moveTo>
                    <a:pt x="12" y="1"/>
                  </a:moveTo>
                  <a:cubicBezTo>
                    <a:pt x="12" y="72"/>
                    <a:pt x="12" y="132"/>
                    <a:pt x="12" y="191"/>
                  </a:cubicBezTo>
                  <a:cubicBezTo>
                    <a:pt x="12" y="263"/>
                    <a:pt x="12" y="322"/>
                    <a:pt x="12" y="394"/>
                  </a:cubicBezTo>
                  <a:cubicBezTo>
                    <a:pt x="12" y="453"/>
                    <a:pt x="12" y="525"/>
                    <a:pt x="12" y="584"/>
                  </a:cubicBezTo>
                  <a:cubicBezTo>
                    <a:pt x="12" y="656"/>
                    <a:pt x="12" y="715"/>
                    <a:pt x="12" y="775"/>
                  </a:cubicBezTo>
                  <a:cubicBezTo>
                    <a:pt x="12" y="846"/>
                    <a:pt x="12" y="906"/>
                    <a:pt x="12" y="977"/>
                  </a:cubicBezTo>
                  <a:cubicBezTo>
                    <a:pt x="12" y="1037"/>
                    <a:pt x="12" y="1108"/>
                    <a:pt x="12" y="1167"/>
                  </a:cubicBezTo>
                  <a:cubicBezTo>
                    <a:pt x="12" y="1239"/>
                    <a:pt x="12" y="1298"/>
                    <a:pt x="12" y="1358"/>
                  </a:cubicBezTo>
                  <a:cubicBezTo>
                    <a:pt x="12" y="1429"/>
                    <a:pt x="12" y="1489"/>
                    <a:pt x="12" y="1560"/>
                  </a:cubicBezTo>
                  <a:cubicBezTo>
                    <a:pt x="12" y="1620"/>
                    <a:pt x="12" y="1691"/>
                    <a:pt x="12" y="1751"/>
                  </a:cubicBezTo>
                  <a:cubicBezTo>
                    <a:pt x="12" y="1822"/>
                    <a:pt x="12" y="1882"/>
                    <a:pt x="12" y="1941"/>
                  </a:cubicBezTo>
                  <a:cubicBezTo>
                    <a:pt x="12" y="2013"/>
                    <a:pt x="12" y="2072"/>
                    <a:pt x="12" y="2144"/>
                  </a:cubicBezTo>
                  <a:cubicBezTo>
                    <a:pt x="12" y="2203"/>
                    <a:pt x="12" y="2275"/>
                    <a:pt x="12" y="2334"/>
                  </a:cubicBezTo>
                  <a:cubicBezTo>
                    <a:pt x="12" y="2406"/>
                    <a:pt x="12" y="2465"/>
                    <a:pt x="12" y="2525"/>
                  </a:cubicBezTo>
                  <a:cubicBezTo>
                    <a:pt x="12" y="2596"/>
                    <a:pt x="12" y="2656"/>
                    <a:pt x="12" y="2727"/>
                  </a:cubicBezTo>
                  <a:cubicBezTo>
                    <a:pt x="12" y="2787"/>
                    <a:pt x="12" y="2858"/>
                    <a:pt x="12" y="2918"/>
                  </a:cubicBezTo>
                  <a:cubicBezTo>
                    <a:pt x="12" y="2989"/>
                    <a:pt x="12" y="3049"/>
                    <a:pt x="12" y="3108"/>
                  </a:cubicBezTo>
                  <a:cubicBezTo>
                    <a:pt x="12" y="3180"/>
                    <a:pt x="12" y="3239"/>
                    <a:pt x="12" y="3311"/>
                  </a:cubicBezTo>
                  <a:cubicBezTo>
                    <a:pt x="12" y="3370"/>
                    <a:pt x="12" y="3442"/>
                    <a:pt x="12" y="3501"/>
                  </a:cubicBezTo>
                  <a:cubicBezTo>
                    <a:pt x="12" y="3573"/>
                    <a:pt x="12" y="3632"/>
                    <a:pt x="12" y="3692"/>
                  </a:cubicBezTo>
                  <a:cubicBezTo>
                    <a:pt x="12" y="3763"/>
                    <a:pt x="12" y="3823"/>
                    <a:pt x="12" y="3894"/>
                  </a:cubicBezTo>
                  <a:cubicBezTo>
                    <a:pt x="12" y="3954"/>
                    <a:pt x="12" y="4025"/>
                    <a:pt x="12" y="4085"/>
                  </a:cubicBezTo>
                  <a:cubicBezTo>
                    <a:pt x="12" y="4156"/>
                    <a:pt x="12" y="4215"/>
                    <a:pt x="12" y="4275"/>
                  </a:cubicBezTo>
                  <a:cubicBezTo>
                    <a:pt x="12" y="4346"/>
                    <a:pt x="12" y="4406"/>
                    <a:pt x="12" y="4477"/>
                  </a:cubicBezTo>
                  <a:cubicBezTo>
                    <a:pt x="12" y="4537"/>
                    <a:pt x="12" y="4608"/>
                    <a:pt x="12" y="4668"/>
                  </a:cubicBezTo>
                  <a:cubicBezTo>
                    <a:pt x="12" y="4739"/>
                    <a:pt x="12" y="4799"/>
                    <a:pt x="12" y="4858"/>
                  </a:cubicBezTo>
                  <a:cubicBezTo>
                    <a:pt x="12" y="4930"/>
                    <a:pt x="12" y="4989"/>
                    <a:pt x="12" y="5061"/>
                  </a:cubicBezTo>
                  <a:cubicBezTo>
                    <a:pt x="12" y="5120"/>
                    <a:pt x="12" y="5192"/>
                    <a:pt x="12" y="5251"/>
                  </a:cubicBezTo>
                  <a:cubicBezTo>
                    <a:pt x="12" y="5323"/>
                    <a:pt x="12" y="5382"/>
                    <a:pt x="12" y="5442"/>
                  </a:cubicBezTo>
                  <a:cubicBezTo>
                    <a:pt x="12" y="5513"/>
                    <a:pt x="12" y="5573"/>
                    <a:pt x="12" y="5644"/>
                  </a:cubicBezTo>
                  <a:cubicBezTo>
                    <a:pt x="12" y="5704"/>
                    <a:pt x="12" y="5775"/>
                    <a:pt x="12" y="5835"/>
                  </a:cubicBezTo>
                  <a:cubicBezTo>
                    <a:pt x="12" y="5906"/>
                    <a:pt x="12" y="5966"/>
                    <a:pt x="12" y="6025"/>
                  </a:cubicBezTo>
                  <a:cubicBezTo>
                    <a:pt x="12" y="6097"/>
                    <a:pt x="12" y="6156"/>
                    <a:pt x="12" y="6228"/>
                  </a:cubicBezTo>
                  <a:cubicBezTo>
                    <a:pt x="12" y="6287"/>
                    <a:pt x="12" y="6359"/>
                    <a:pt x="12" y="6418"/>
                  </a:cubicBezTo>
                  <a:cubicBezTo>
                    <a:pt x="12" y="6490"/>
                    <a:pt x="12" y="6549"/>
                    <a:pt x="12" y="6609"/>
                  </a:cubicBezTo>
                  <a:cubicBezTo>
                    <a:pt x="12" y="6680"/>
                    <a:pt x="12" y="6740"/>
                    <a:pt x="12" y="6811"/>
                  </a:cubicBezTo>
                  <a:cubicBezTo>
                    <a:pt x="12" y="6871"/>
                    <a:pt x="12" y="6942"/>
                    <a:pt x="12" y="7002"/>
                  </a:cubicBezTo>
                  <a:cubicBezTo>
                    <a:pt x="12" y="7073"/>
                    <a:pt x="12" y="7132"/>
                    <a:pt x="12" y="7192"/>
                  </a:cubicBezTo>
                  <a:cubicBezTo>
                    <a:pt x="12" y="7263"/>
                    <a:pt x="12" y="7323"/>
                    <a:pt x="12" y="7394"/>
                  </a:cubicBezTo>
                  <a:cubicBezTo>
                    <a:pt x="12" y="7454"/>
                    <a:pt x="12" y="7525"/>
                    <a:pt x="12" y="7585"/>
                  </a:cubicBezTo>
                  <a:cubicBezTo>
                    <a:pt x="12" y="7656"/>
                    <a:pt x="12" y="7716"/>
                    <a:pt x="12" y="7775"/>
                  </a:cubicBezTo>
                  <a:cubicBezTo>
                    <a:pt x="12" y="7847"/>
                    <a:pt x="12" y="7906"/>
                    <a:pt x="12" y="7978"/>
                  </a:cubicBezTo>
                  <a:cubicBezTo>
                    <a:pt x="12" y="8037"/>
                    <a:pt x="12" y="8109"/>
                    <a:pt x="12" y="8168"/>
                  </a:cubicBezTo>
                  <a:cubicBezTo>
                    <a:pt x="12" y="8228"/>
                    <a:pt x="12" y="8299"/>
                    <a:pt x="12" y="8359"/>
                  </a:cubicBezTo>
                  <a:cubicBezTo>
                    <a:pt x="12" y="8430"/>
                    <a:pt x="12" y="8490"/>
                    <a:pt x="12" y="8561"/>
                  </a:cubicBezTo>
                  <a:cubicBezTo>
                    <a:pt x="12" y="8621"/>
                    <a:pt x="12" y="8692"/>
                    <a:pt x="12" y="8752"/>
                  </a:cubicBezTo>
                  <a:cubicBezTo>
                    <a:pt x="12" y="8811"/>
                    <a:pt x="12" y="8883"/>
                    <a:pt x="12" y="8942"/>
                  </a:cubicBezTo>
                  <a:cubicBezTo>
                    <a:pt x="12" y="9014"/>
                    <a:pt x="12" y="9073"/>
                    <a:pt x="12" y="9145"/>
                  </a:cubicBezTo>
                  <a:cubicBezTo>
                    <a:pt x="12" y="9204"/>
                    <a:pt x="12" y="9276"/>
                    <a:pt x="12" y="9335"/>
                  </a:cubicBezTo>
                  <a:cubicBezTo>
                    <a:pt x="12" y="9395"/>
                    <a:pt x="12" y="9466"/>
                    <a:pt x="12" y="9526"/>
                  </a:cubicBezTo>
                  <a:cubicBezTo>
                    <a:pt x="12" y="9597"/>
                    <a:pt x="12" y="9657"/>
                    <a:pt x="12" y="9728"/>
                  </a:cubicBezTo>
                  <a:cubicBezTo>
                    <a:pt x="12" y="9788"/>
                    <a:pt x="12" y="9859"/>
                    <a:pt x="12" y="9919"/>
                  </a:cubicBezTo>
                  <a:cubicBezTo>
                    <a:pt x="12" y="9978"/>
                    <a:pt x="12" y="10050"/>
                    <a:pt x="12" y="10109"/>
                  </a:cubicBezTo>
                  <a:cubicBezTo>
                    <a:pt x="12" y="10180"/>
                    <a:pt x="12" y="10240"/>
                    <a:pt x="12" y="10311"/>
                  </a:cubicBezTo>
                  <a:cubicBezTo>
                    <a:pt x="12" y="10371"/>
                    <a:pt x="12" y="10442"/>
                    <a:pt x="12" y="10502"/>
                  </a:cubicBezTo>
                  <a:cubicBezTo>
                    <a:pt x="12" y="10561"/>
                    <a:pt x="12" y="10633"/>
                    <a:pt x="12" y="10692"/>
                  </a:cubicBezTo>
                  <a:cubicBezTo>
                    <a:pt x="12" y="10764"/>
                    <a:pt x="12" y="10823"/>
                    <a:pt x="12" y="10895"/>
                  </a:cubicBezTo>
                  <a:cubicBezTo>
                    <a:pt x="12" y="10954"/>
                    <a:pt x="12" y="11026"/>
                    <a:pt x="12" y="11085"/>
                  </a:cubicBezTo>
                  <a:cubicBezTo>
                    <a:pt x="12" y="11145"/>
                    <a:pt x="12" y="11216"/>
                    <a:pt x="12" y="11276"/>
                  </a:cubicBezTo>
                  <a:cubicBezTo>
                    <a:pt x="12" y="11347"/>
                    <a:pt x="12" y="11407"/>
                    <a:pt x="12" y="11478"/>
                  </a:cubicBezTo>
                  <a:cubicBezTo>
                    <a:pt x="12" y="11538"/>
                    <a:pt x="12" y="11609"/>
                    <a:pt x="12" y="11669"/>
                  </a:cubicBezTo>
                  <a:cubicBezTo>
                    <a:pt x="12" y="11728"/>
                    <a:pt x="12" y="11800"/>
                    <a:pt x="12" y="11859"/>
                  </a:cubicBezTo>
                  <a:cubicBezTo>
                    <a:pt x="12" y="11931"/>
                    <a:pt x="12" y="11990"/>
                    <a:pt x="12" y="12062"/>
                  </a:cubicBezTo>
                  <a:cubicBezTo>
                    <a:pt x="12" y="12121"/>
                    <a:pt x="12" y="12193"/>
                    <a:pt x="12" y="12252"/>
                  </a:cubicBezTo>
                  <a:cubicBezTo>
                    <a:pt x="12" y="12312"/>
                    <a:pt x="12" y="12383"/>
                    <a:pt x="12" y="12443"/>
                  </a:cubicBezTo>
                  <a:cubicBezTo>
                    <a:pt x="12" y="12514"/>
                    <a:pt x="12" y="12574"/>
                    <a:pt x="12" y="12645"/>
                  </a:cubicBezTo>
                  <a:cubicBezTo>
                    <a:pt x="12" y="12705"/>
                    <a:pt x="12" y="12776"/>
                    <a:pt x="12" y="12836"/>
                  </a:cubicBezTo>
                  <a:cubicBezTo>
                    <a:pt x="12" y="12895"/>
                    <a:pt x="12" y="12967"/>
                    <a:pt x="12" y="13026"/>
                  </a:cubicBezTo>
                  <a:cubicBezTo>
                    <a:pt x="12" y="13098"/>
                    <a:pt x="12" y="13157"/>
                    <a:pt x="12" y="13228"/>
                  </a:cubicBezTo>
                  <a:cubicBezTo>
                    <a:pt x="12" y="13288"/>
                    <a:pt x="12" y="13359"/>
                    <a:pt x="12" y="13419"/>
                  </a:cubicBezTo>
                  <a:cubicBezTo>
                    <a:pt x="12" y="13479"/>
                    <a:pt x="12" y="13550"/>
                    <a:pt x="12" y="13609"/>
                  </a:cubicBezTo>
                  <a:cubicBezTo>
                    <a:pt x="12" y="13681"/>
                    <a:pt x="12" y="13740"/>
                    <a:pt x="12" y="13812"/>
                  </a:cubicBezTo>
                  <a:cubicBezTo>
                    <a:pt x="12" y="13871"/>
                    <a:pt x="12" y="13943"/>
                    <a:pt x="12" y="14002"/>
                  </a:cubicBezTo>
                  <a:cubicBezTo>
                    <a:pt x="12" y="14062"/>
                    <a:pt x="12" y="14133"/>
                    <a:pt x="12" y="14193"/>
                  </a:cubicBezTo>
                  <a:cubicBezTo>
                    <a:pt x="12" y="14264"/>
                    <a:pt x="12" y="14324"/>
                    <a:pt x="12" y="14395"/>
                  </a:cubicBezTo>
                  <a:cubicBezTo>
                    <a:pt x="12" y="14455"/>
                    <a:pt x="12" y="14526"/>
                    <a:pt x="12" y="14586"/>
                  </a:cubicBezTo>
                  <a:cubicBezTo>
                    <a:pt x="12" y="14645"/>
                    <a:pt x="12" y="14717"/>
                    <a:pt x="12" y="14776"/>
                  </a:cubicBezTo>
                  <a:cubicBezTo>
                    <a:pt x="12" y="14848"/>
                    <a:pt x="12" y="14907"/>
                    <a:pt x="12" y="14979"/>
                  </a:cubicBezTo>
                  <a:cubicBezTo>
                    <a:pt x="12" y="15038"/>
                    <a:pt x="12" y="15110"/>
                    <a:pt x="12" y="15169"/>
                  </a:cubicBezTo>
                  <a:cubicBezTo>
                    <a:pt x="12" y="15229"/>
                    <a:pt x="12" y="15300"/>
                    <a:pt x="12" y="15360"/>
                  </a:cubicBezTo>
                  <a:cubicBezTo>
                    <a:pt x="12" y="15431"/>
                    <a:pt x="12" y="15491"/>
                    <a:pt x="12" y="15562"/>
                  </a:cubicBezTo>
                  <a:cubicBezTo>
                    <a:pt x="12" y="15622"/>
                    <a:pt x="12" y="15693"/>
                    <a:pt x="12" y="15753"/>
                  </a:cubicBezTo>
                  <a:cubicBezTo>
                    <a:pt x="12" y="15812"/>
                    <a:pt x="12" y="15884"/>
                    <a:pt x="12" y="15943"/>
                  </a:cubicBezTo>
                  <a:cubicBezTo>
                    <a:pt x="12" y="16015"/>
                    <a:pt x="12" y="16074"/>
                    <a:pt x="12" y="16146"/>
                  </a:cubicBezTo>
                  <a:cubicBezTo>
                    <a:pt x="12" y="16205"/>
                    <a:pt x="12" y="16276"/>
                    <a:pt x="12" y="16336"/>
                  </a:cubicBezTo>
                  <a:cubicBezTo>
                    <a:pt x="12" y="16396"/>
                    <a:pt x="12" y="16467"/>
                    <a:pt x="12" y="16527"/>
                  </a:cubicBezTo>
                  <a:cubicBezTo>
                    <a:pt x="12" y="16598"/>
                    <a:pt x="12" y="16657"/>
                    <a:pt x="12" y="16729"/>
                  </a:cubicBezTo>
                  <a:cubicBezTo>
                    <a:pt x="12" y="16788"/>
                    <a:pt x="12" y="16860"/>
                    <a:pt x="12" y="16919"/>
                  </a:cubicBezTo>
                  <a:cubicBezTo>
                    <a:pt x="12" y="16979"/>
                    <a:pt x="12" y="17050"/>
                    <a:pt x="12" y="17110"/>
                  </a:cubicBezTo>
                  <a:cubicBezTo>
                    <a:pt x="12" y="17181"/>
                    <a:pt x="12" y="17241"/>
                    <a:pt x="12" y="17312"/>
                  </a:cubicBezTo>
                  <a:cubicBezTo>
                    <a:pt x="12" y="17372"/>
                    <a:pt x="12" y="17443"/>
                    <a:pt x="12" y="17503"/>
                  </a:cubicBezTo>
                  <a:cubicBezTo>
                    <a:pt x="12" y="17562"/>
                    <a:pt x="12" y="17634"/>
                    <a:pt x="12" y="17693"/>
                  </a:cubicBezTo>
                  <a:cubicBezTo>
                    <a:pt x="12" y="17765"/>
                    <a:pt x="12" y="17824"/>
                    <a:pt x="12" y="17896"/>
                  </a:cubicBezTo>
                  <a:cubicBezTo>
                    <a:pt x="12" y="17955"/>
                    <a:pt x="12" y="18015"/>
                    <a:pt x="12" y="18086"/>
                  </a:cubicBezTo>
                  <a:cubicBezTo>
                    <a:pt x="12" y="18146"/>
                    <a:pt x="12" y="18217"/>
                    <a:pt x="12" y="18277"/>
                  </a:cubicBezTo>
                  <a:cubicBezTo>
                    <a:pt x="12" y="18348"/>
                    <a:pt x="12" y="18408"/>
                    <a:pt x="12" y="18479"/>
                  </a:cubicBezTo>
                  <a:cubicBezTo>
                    <a:pt x="12" y="18539"/>
                    <a:pt x="12" y="18598"/>
                    <a:pt x="12" y="18670"/>
                  </a:cubicBezTo>
                  <a:cubicBezTo>
                    <a:pt x="12" y="18729"/>
                    <a:pt x="12" y="18801"/>
                    <a:pt x="12" y="18860"/>
                  </a:cubicBezTo>
                  <a:cubicBezTo>
                    <a:pt x="12" y="18932"/>
                    <a:pt x="12" y="18991"/>
                    <a:pt x="12" y="19063"/>
                  </a:cubicBezTo>
                  <a:cubicBezTo>
                    <a:pt x="12" y="19122"/>
                    <a:pt x="12" y="19182"/>
                    <a:pt x="12" y="19253"/>
                  </a:cubicBezTo>
                  <a:cubicBezTo>
                    <a:pt x="12" y="19313"/>
                    <a:pt x="12" y="19384"/>
                    <a:pt x="12" y="19444"/>
                  </a:cubicBezTo>
                  <a:cubicBezTo>
                    <a:pt x="12" y="19515"/>
                    <a:pt x="12" y="19575"/>
                    <a:pt x="12" y="19646"/>
                  </a:cubicBezTo>
                  <a:cubicBezTo>
                    <a:pt x="12" y="19705"/>
                    <a:pt x="12" y="19765"/>
                    <a:pt x="12" y="19836"/>
                  </a:cubicBezTo>
                  <a:cubicBezTo>
                    <a:pt x="12" y="19896"/>
                    <a:pt x="12" y="19967"/>
                    <a:pt x="12" y="20027"/>
                  </a:cubicBezTo>
                  <a:cubicBezTo>
                    <a:pt x="12" y="20098"/>
                    <a:pt x="12" y="20158"/>
                    <a:pt x="12" y="20229"/>
                  </a:cubicBezTo>
                  <a:cubicBezTo>
                    <a:pt x="12" y="20289"/>
                    <a:pt x="12" y="20348"/>
                    <a:pt x="12" y="20420"/>
                  </a:cubicBezTo>
                  <a:cubicBezTo>
                    <a:pt x="12" y="20479"/>
                    <a:pt x="12" y="20551"/>
                    <a:pt x="12" y="20610"/>
                  </a:cubicBezTo>
                  <a:cubicBezTo>
                    <a:pt x="12" y="20682"/>
                    <a:pt x="12" y="20741"/>
                    <a:pt x="12" y="20813"/>
                  </a:cubicBezTo>
                  <a:cubicBezTo>
                    <a:pt x="12" y="20872"/>
                    <a:pt x="12" y="20932"/>
                    <a:pt x="12" y="21003"/>
                  </a:cubicBezTo>
                  <a:cubicBezTo>
                    <a:pt x="12" y="21063"/>
                    <a:pt x="12" y="21134"/>
                    <a:pt x="12" y="21194"/>
                  </a:cubicBezTo>
                  <a:cubicBezTo>
                    <a:pt x="12" y="21265"/>
                    <a:pt x="12" y="21325"/>
                    <a:pt x="12" y="21396"/>
                  </a:cubicBezTo>
                  <a:cubicBezTo>
                    <a:pt x="12" y="21456"/>
                    <a:pt x="12" y="21515"/>
                    <a:pt x="12" y="21587"/>
                  </a:cubicBezTo>
                  <a:cubicBezTo>
                    <a:pt x="0" y="22515"/>
                    <a:pt x="500" y="23373"/>
                    <a:pt x="1310" y="23837"/>
                  </a:cubicBezTo>
                  <a:lnTo>
                    <a:pt x="36612" y="44208"/>
                  </a:lnTo>
                  <a:cubicBezTo>
                    <a:pt x="37416" y="44679"/>
                    <a:pt x="38315" y="44914"/>
                    <a:pt x="39215" y="44914"/>
                  </a:cubicBezTo>
                  <a:cubicBezTo>
                    <a:pt x="40115" y="44914"/>
                    <a:pt x="41017" y="44679"/>
                    <a:pt x="41827" y="44208"/>
                  </a:cubicBezTo>
                  <a:lnTo>
                    <a:pt x="77129" y="23837"/>
                  </a:lnTo>
                  <a:cubicBezTo>
                    <a:pt x="77939" y="23373"/>
                    <a:pt x="78439" y="22515"/>
                    <a:pt x="78427" y="21587"/>
                  </a:cubicBezTo>
                  <a:lnTo>
                    <a:pt x="78427" y="21384"/>
                  </a:lnTo>
                  <a:lnTo>
                    <a:pt x="78427" y="21194"/>
                  </a:lnTo>
                  <a:lnTo>
                    <a:pt x="78427" y="21003"/>
                  </a:lnTo>
                  <a:lnTo>
                    <a:pt x="78427" y="20801"/>
                  </a:lnTo>
                  <a:lnTo>
                    <a:pt x="78427" y="20610"/>
                  </a:lnTo>
                  <a:lnTo>
                    <a:pt x="78427" y="20420"/>
                  </a:lnTo>
                  <a:lnTo>
                    <a:pt x="78427" y="20217"/>
                  </a:lnTo>
                  <a:lnTo>
                    <a:pt x="78427" y="20027"/>
                  </a:lnTo>
                  <a:lnTo>
                    <a:pt x="78427" y="19836"/>
                  </a:lnTo>
                  <a:lnTo>
                    <a:pt x="78427" y="19634"/>
                  </a:lnTo>
                  <a:lnTo>
                    <a:pt x="78427" y="19444"/>
                  </a:lnTo>
                  <a:lnTo>
                    <a:pt x="78427" y="19253"/>
                  </a:lnTo>
                  <a:lnTo>
                    <a:pt x="78427" y="19051"/>
                  </a:lnTo>
                  <a:lnTo>
                    <a:pt x="78427" y="18860"/>
                  </a:lnTo>
                  <a:lnTo>
                    <a:pt x="78427" y="18670"/>
                  </a:lnTo>
                  <a:lnTo>
                    <a:pt x="78427" y="18467"/>
                  </a:lnTo>
                  <a:lnTo>
                    <a:pt x="78427" y="18277"/>
                  </a:lnTo>
                  <a:lnTo>
                    <a:pt x="78427" y="18086"/>
                  </a:lnTo>
                  <a:lnTo>
                    <a:pt x="78427" y="17884"/>
                  </a:lnTo>
                  <a:lnTo>
                    <a:pt x="78427" y="17693"/>
                  </a:lnTo>
                  <a:lnTo>
                    <a:pt x="78427" y="17503"/>
                  </a:lnTo>
                  <a:lnTo>
                    <a:pt x="78427" y="17300"/>
                  </a:lnTo>
                  <a:lnTo>
                    <a:pt x="78427" y="17110"/>
                  </a:lnTo>
                  <a:lnTo>
                    <a:pt x="78427" y="16919"/>
                  </a:lnTo>
                  <a:lnTo>
                    <a:pt x="78427" y="16717"/>
                  </a:lnTo>
                  <a:lnTo>
                    <a:pt x="78427" y="16527"/>
                  </a:lnTo>
                  <a:lnTo>
                    <a:pt x="78427" y="16336"/>
                  </a:lnTo>
                  <a:lnTo>
                    <a:pt x="78427" y="16146"/>
                  </a:lnTo>
                  <a:lnTo>
                    <a:pt x="78427" y="15943"/>
                  </a:lnTo>
                  <a:lnTo>
                    <a:pt x="78427" y="15753"/>
                  </a:lnTo>
                  <a:lnTo>
                    <a:pt x="78427" y="15562"/>
                  </a:lnTo>
                  <a:lnTo>
                    <a:pt x="78427" y="15360"/>
                  </a:lnTo>
                  <a:lnTo>
                    <a:pt x="78427" y="15169"/>
                  </a:lnTo>
                  <a:lnTo>
                    <a:pt x="78427" y="14979"/>
                  </a:lnTo>
                  <a:lnTo>
                    <a:pt x="78427" y="14776"/>
                  </a:lnTo>
                  <a:lnTo>
                    <a:pt x="78427" y="14586"/>
                  </a:lnTo>
                  <a:lnTo>
                    <a:pt x="78427" y="14395"/>
                  </a:lnTo>
                  <a:lnTo>
                    <a:pt x="78427" y="14193"/>
                  </a:lnTo>
                  <a:lnTo>
                    <a:pt x="78427" y="14002"/>
                  </a:lnTo>
                  <a:lnTo>
                    <a:pt x="78427" y="13812"/>
                  </a:lnTo>
                  <a:lnTo>
                    <a:pt x="78427" y="13609"/>
                  </a:lnTo>
                  <a:lnTo>
                    <a:pt x="78427" y="13419"/>
                  </a:lnTo>
                  <a:lnTo>
                    <a:pt x="78427" y="13228"/>
                  </a:lnTo>
                  <a:lnTo>
                    <a:pt x="78427" y="13026"/>
                  </a:lnTo>
                  <a:lnTo>
                    <a:pt x="78427" y="12836"/>
                  </a:lnTo>
                  <a:lnTo>
                    <a:pt x="78427" y="12645"/>
                  </a:lnTo>
                  <a:lnTo>
                    <a:pt x="78427" y="12443"/>
                  </a:lnTo>
                  <a:lnTo>
                    <a:pt x="78427" y="12252"/>
                  </a:lnTo>
                  <a:lnTo>
                    <a:pt x="78427" y="12062"/>
                  </a:lnTo>
                  <a:lnTo>
                    <a:pt x="78427" y="11859"/>
                  </a:lnTo>
                  <a:lnTo>
                    <a:pt x="78427" y="11669"/>
                  </a:lnTo>
                  <a:lnTo>
                    <a:pt x="78427" y="11478"/>
                  </a:lnTo>
                  <a:lnTo>
                    <a:pt x="78427" y="11276"/>
                  </a:lnTo>
                  <a:lnTo>
                    <a:pt x="78427" y="11085"/>
                  </a:lnTo>
                  <a:lnTo>
                    <a:pt x="78427" y="10895"/>
                  </a:lnTo>
                  <a:lnTo>
                    <a:pt x="78427" y="10692"/>
                  </a:lnTo>
                  <a:lnTo>
                    <a:pt x="78427" y="10502"/>
                  </a:lnTo>
                  <a:lnTo>
                    <a:pt x="78427" y="10311"/>
                  </a:lnTo>
                  <a:lnTo>
                    <a:pt x="78427" y="10109"/>
                  </a:lnTo>
                  <a:lnTo>
                    <a:pt x="78427" y="9919"/>
                  </a:lnTo>
                  <a:lnTo>
                    <a:pt x="78427" y="9728"/>
                  </a:lnTo>
                  <a:lnTo>
                    <a:pt x="78427" y="9526"/>
                  </a:lnTo>
                  <a:lnTo>
                    <a:pt x="78427" y="9335"/>
                  </a:lnTo>
                  <a:lnTo>
                    <a:pt x="78427" y="9145"/>
                  </a:lnTo>
                  <a:lnTo>
                    <a:pt x="78427" y="8942"/>
                  </a:lnTo>
                  <a:lnTo>
                    <a:pt x="78427" y="8752"/>
                  </a:lnTo>
                  <a:lnTo>
                    <a:pt x="78427" y="8561"/>
                  </a:lnTo>
                  <a:lnTo>
                    <a:pt x="78427" y="8359"/>
                  </a:lnTo>
                  <a:lnTo>
                    <a:pt x="78427" y="8168"/>
                  </a:lnTo>
                  <a:lnTo>
                    <a:pt x="78427" y="7978"/>
                  </a:lnTo>
                  <a:lnTo>
                    <a:pt x="78427" y="7775"/>
                  </a:lnTo>
                  <a:lnTo>
                    <a:pt x="78427" y="7585"/>
                  </a:lnTo>
                  <a:lnTo>
                    <a:pt x="78427" y="7394"/>
                  </a:lnTo>
                  <a:lnTo>
                    <a:pt x="78427" y="7192"/>
                  </a:lnTo>
                  <a:lnTo>
                    <a:pt x="78427" y="7002"/>
                  </a:lnTo>
                  <a:lnTo>
                    <a:pt x="78427" y="6811"/>
                  </a:lnTo>
                  <a:lnTo>
                    <a:pt x="78427" y="6609"/>
                  </a:lnTo>
                  <a:lnTo>
                    <a:pt x="78427" y="6418"/>
                  </a:lnTo>
                  <a:lnTo>
                    <a:pt x="78427" y="6228"/>
                  </a:lnTo>
                  <a:lnTo>
                    <a:pt x="78427" y="6025"/>
                  </a:lnTo>
                  <a:lnTo>
                    <a:pt x="78427" y="5835"/>
                  </a:lnTo>
                  <a:lnTo>
                    <a:pt x="78427" y="5644"/>
                  </a:lnTo>
                  <a:lnTo>
                    <a:pt x="78427" y="5442"/>
                  </a:lnTo>
                  <a:lnTo>
                    <a:pt x="78427" y="5251"/>
                  </a:lnTo>
                  <a:lnTo>
                    <a:pt x="78427" y="5061"/>
                  </a:lnTo>
                  <a:lnTo>
                    <a:pt x="78427" y="4858"/>
                  </a:lnTo>
                  <a:lnTo>
                    <a:pt x="78427" y="4668"/>
                  </a:lnTo>
                  <a:lnTo>
                    <a:pt x="78427" y="4477"/>
                  </a:lnTo>
                  <a:lnTo>
                    <a:pt x="78427" y="4275"/>
                  </a:lnTo>
                  <a:lnTo>
                    <a:pt x="78427" y="4085"/>
                  </a:lnTo>
                  <a:lnTo>
                    <a:pt x="78427" y="3894"/>
                  </a:lnTo>
                  <a:lnTo>
                    <a:pt x="78427" y="3692"/>
                  </a:lnTo>
                  <a:lnTo>
                    <a:pt x="78427" y="3501"/>
                  </a:lnTo>
                  <a:lnTo>
                    <a:pt x="78427" y="3311"/>
                  </a:lnTo>
                  <a:lnTo>
                    <a:pt x="78427" y="3108"/>
                  </a:lnTo>
                  <a:lnTo>
                    <a:pt x="78427" y="2918"/>
                  </a:lnTo>
                  <a:lnTo>
                    <a:pt x="78427" y="2727"/>
                  </a:lnTo>
                  <a:lnTo>
                    <a:pt x="78427" y="2525"/>
                  </a:lnTo>
                  <a:lnTo>
                    <a:pt x="78427" y="2334"/>
                  </a:lnTo>
                  <a:lnTo>
                    <a:pt x="78427" y="2144"/>
                  </a:lnTo>
                  <a:lnTo>
                    <a:pt x="78427" y="1941"/>
                  </a:lnTo>
                  <a:lnTo>
                    <a:pt x="78427" y="1751"/>
                  </a:lnTo>
                  <a:lnTo>
                    <a:pt x="78427" y="1560"/>
                  </a:lnTo>
                  <a:lnTo>
                    <a:pt x="78427" y="1358"/>
                  </a:lnTo>
                  <a:lnTo>
                    <a:pt x="78427" y="1167"/>
                  </a:lnTo>
                  <a:lnTo>
                    <a:pt x="78427" y="977"/>
                  </a:lnTo>
                  <a:lnTo>
                    <a:pt x="78427" y="775"/>
                  </a:lnTo>
                  <a:lnTo>
                    <a:pt x="78427" y="584"/>
                  </a:lnTo>
                  <a:lnTo>
                    <a:pt x="78427" y="394"/>
                  </a:lnTo>
                  <a:lnTo>
                    <a:pt x="78427" y="191"/>
                  </a:lnTo>
                  <a:lnTo>
                    <a:pt x="78427" y="1"/>
                  </a:lnTo>
                  <a:lnTo>
                    <a:pt x="78212" y="1"/>
                  </a:lnTo>
                  <a:cubicBezTo>
                    <a:pt x="78224" y="858"/>
                    <a:pt x="77760" y="1644"/>
                    <a:pt x="77022" y="2072"/>
                  </a:cubicBezTo>
                  <a:lnTo>
                    <a:pt x="41720" y="22444"/>
                  </a:lnTo>
                  <a:cubicBezTo>
                    <a:pt x="40946" y="22890"/>
                    <a:pt x="40083" y="23114"/>
                    <a:pt x="39218" y="23114"/>
                  </a:cubicBezTo>
                  <a:cubicBezTo>
                    <a:pt x="38353" y="23114"/>
                    <a:pt x="37487" y="22890"/>
                    <a:pt x="36707" y="22444"/>
                  </a:cubicBezTo>
                  <a:lnTo>
                    <a:pt x="1417" y="2072"/>
                  </a:lnTo>
                  <a:cubicBezTo>
                    <a:pt x="667" y="1644"/>
                    <a:pt x="215" y="858"/>
                    <a:pt x="226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a0fdf1">
                    <a:alpha val="42000"/>
                  </a:srgbClr>
                </a:gs>
                <a:gs pos="100000">
                  <a:srgbClr val="ffffff">
                    <a:alpha val="4200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Google Shape;173;p15"/>
            <p:cNvSpPr/>
            <p:nvPr/>
          </p:nvSpPr>
          <p:spPr>
            <a:xfrm>
              <a:off x="6845400" y="2021400"/>
              <a:ext cx="1738440" cy="1021320"/>
            </a:xfrm>
            <a:custGeom>
              <a:avLst/>
              <a:gdLst>
                <a:gd name="textAreaLeft" fmla="*/ 0 w 1738440"/>
                <a:gd name="textAreaRight" fmla="*/ 1738800 w 1738440"/>
                <a:gd name="textAreaTop" fmla="*/ 0 h 1021320"/>
                <a:gd name="textAreaBottom" fmla="*/ 1021680 h 1021320"/>
              </a:gdLst>
              <a:ahLst/>
              <a:cxnLst/>
              <a:rect l="textAreaLeft" t="textAreaTop" r="textAreaRight" b="textAreaBottom"/>
              <a:pathLst>
                <a:path w="79261" h="46572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rgbClr val="a0fdf1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3" name="Google Shape;174;p15"/>
          <p:cNvSpPr/>
          <p:nvPr/>
        </p:nvSpPr>
        <p:spPr>
          <a:xfrm>
            <a:off x="5663880" y="2147760"/>
            <a:ext cx="216360" cy="216360"/>
          </a:xfrm>
          <a:prstGeom prst="rect">
            <a:avLst/>
          </a:prstGeom>
          <a:gradFill rotWithShape="0">
            <a:gsLst>
              <a:gs pos="0">
                <a:srgbClr val="9659f4"/>
              </a:gs>
              <a:gs pos="100000">
                <a:srgbClr val="5ccffb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75;p15"/>
          <p:cNvSpPr/>
          <p:nvPr/>
        </p:nvSpPr>
        <p:spPr>
          <a:xfrm>
            <a:off x="5802120" y="1870920"/>
            <a:ext cx="162360" cy="162360"/>
          </a:xfrm>
          <a:prstGeom prst="rect">
            <a:avLst/>
          </a:prstGeom>
          <a:gradFill rotWithShape="0">
            <a:gsLst>
              <a:gs pos="0">
                <a:srgbClr val="9659f4"/>
              </a:gs>
              <a:gs pos="100000">
                <a:srgbClr val="5ccffb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1360" bIns="81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76;p15"/>
          <p:cNvSpPr/>
          <p:nvPr/>
        </p:nvSpPr>
        <p:spPr>
          <a:xfrm>
            <a:off x="6052320" y="1937880"/>
            <a:ext cx="183240" cy="183240"/>
          </a:xfrm>
          <a:prstGeom prst="rect">
            <a:avLst/>
          </a:prstGeom>
          <a:gradFill rotWithShape="0">
            <a:gsLst>
              <a:gs pos="0">
                <a:srgbClr val="9659f4"/>
              </a:gs>
              <a:gs pos="100000">
                <a:srgbClr val="5ccffb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177;p15"/>
          <p:cNvSpPr/>
          <p:nvPr/>
        </p:nvSpPr>
        <p:spPr>
          <a:xfrm>
            <a:off x="6098040" y="1662480"/>
            <a:ext cx="148320" cy="148320"/>
          </a:xfrm>
          <a:prstGeom prst="rect">
            <a:avLst/>
          </a:prstGeom>
          <a:gradFill rotWithShape="0">
            <a:gsLst>
              <a:gs pos="0">
                <a:srgbClr val="9659f4"/>
              </a:gs>
              <a:gs pos="100000">
                <a:srgbClr val="5ccffb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4160" bIns="74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178;p15"/>
          <p:cNvSpPr/>
          <p:nvPr/>
        </p:nvSpPr>
        <p:spPr>
          <a:xfrm>
            <a:off x="6332400" y="1759680"/>
            <a:ext cx="124920" cy="124920"/>
          </a:xfrm>
          <a:prstGeom prst="rect">
            <a:avLst/>
          </a:prstGeom>
          <a:gradFill rotWithShape="0">
            <a:gsLst>
              <a:gs pos="0">
                <a:srgbClr val="9659f4"/>
              </a:gs>
              <a:gs pos="100000">
                <a:srgbClr val="5ccffb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2640" bIns="626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179;p15"/>
          <p:cNvSpPr/>
          <p:nvPr/>
        </p:nvSpPr>
        <p:spPr>
          <a:xfrm>
            <a:off x="6590880" y="1920600"/>
            <a:ext cx="100440" cy="100440"/>
          </a:xfrm>
          <a:prstGeom prst="rect">
            <a:avLst/>
          </a:prstGeom>
          <a:gradFill rotWithShape="0">
            <a:gsLst>
              <a:gs pos="0">
                <a:srgbClr val="9659f4"/>
              </a:gs>
              <a:gs pos="100000">
                <a:srgbClr val="5ccffb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50400" bIns="50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180;p15"/>
          <p:cNvSpPr/>
          <p:nvPr/>
        </p:nvSpPr>
        <p:spPr>
          <a:xfrm>
            <a:off x="6590880" y="1699920"/>
            <a:ext cx="100440" cy="100440"/>
          </a:xfrm>
          <a:prstGeom prst="rect">
            <a:avLst/>
          </a:prstGeom>
          <a:gradFill rotWithShape="0">
            <a:gsLst>
              <a:gs pos="0">
                <a:srgbClr val="9659f4"/>
              </a:gs>
              <a:gs pos="100000">
                <a:srgbClr val="5ccffb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50400" bIns="50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81;p15"/>
          <p:cNvSpPr/>
          <p:nvPr/>
        </p:nvSpPr>
        <p:spPr>
          <a:xfrm>
            <a:off x="6825240" y="1870920"/>
            <a:ext cx="81720" cy="81720"/>
          </a:xfrm>
          <a:prstGeom prst="rect">
            <a:avLst/>
          </a:prstGeom>
          <a:gradFill rotWithShape="0">
            <a:gsLst>
              <a:gs pos="0">
                <a:srgbClr val="9659f4"/>
              </a:gs>
              <a:gs pos="100000">
                <a:srgbClr val="5ccffb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1040" bIns="41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182;p15"/>
          <p:cNvSpPr/>
          <p:nvPr/>
        </p:nvSpPr>
        <p:spPr>
          <a:xfrm>
            <a:off x="6945480" y="2033280"/>
            <a:ext cx="70200" cy="70200"/>
          </a:xfrm>
          <a:prstGeom prst="rect">
            <a:avLst/>
          </a:prstGeom>
          <a:gradFill rotWithShape="0">
            <a:gsLst>
              <a:gs pos="0">
                <a:srgbClr val="9659f4"/>
              </a:gs>
              <a:gs pos="100000">
                <a:srgbClr val="5ccffb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5280" bIns="352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183;p15"/>
          <p:cNvSpPr/>
          <p:nvPr/>
        </p:nvSpPr>
        <p:spPr>
          <a:xfrm>
            <a:off x="7132680" y="2050560"/>
            <a:ext cx="52920" cy="52920"/>
          </a:xfrm>
          <a:prstGeom prst="rect">
            <a:avLst/>
          </a:prstGeom>
          <a:gradFill rotWithShape="0">
            <a:gsLst>
              <a:gs pos="0">
                <a:srgbClr val="9659f4"/>
              </a:gs>
              <a:gs pos="100000">
                <a:srgbClr val="5ccffb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6640" bIns="266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184;p15"/>
          <p:cNvSpPr/>
          <p:nvPr/>
        </p:nvSpPr>
        <p:spPr>
          <a:xfrm>
            <a:off x="7212960" y="2208240"/>
            <a:ext cx="52920" cy="52920"/>
          </a:xfrm>
          <a:prstGeom prst="rect">
            <a:avLst/>
          </a:prstGeom>
          <a:gradFill rotWithShape="0">
            <a:gsLst>
              <a:gs pos="0">
                <a:srgbClr val="9659f4"/>
              </a:gs>
              <a:gs pos="100000">
                <a:srgbClr val="5ccffb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6640" bIns="266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185;p15"/>
          <p:cNvSpPr/>
          <p:nvPr/>
        </p:nvSpPr>
        <p:spPr>
          <a:xfrm>
            <a:off x="7341120" y="2229480"/>
            <a:ext cx="52920" cy="52920"/>
          </a:xfrm>
          <a:prstGeom prst="rect">
            <a:avLst/>
          </a:prstGeom>
          <a:gradFill rotWithShape="0">
            <a:gsLst>
              <a:gs pos="0">
                <a:srgbClr val="9659f4"/>
              </a:gs>
              <a:gs pos="100000">
                <a:srgbClr val="5ccffb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6640" bIns="266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540000" y="180000"/>
            <a:ext cx="4860000" cy="58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Google Shape;59;p 1"/>
          <p:cNvSpPr txBox="1"/>
          <p:nvPr/>
        </p:nvSpPr>
        <p:spPr>
          <a:xfrm>
            <a:off x="5580000" y="180000"/>
            <a:ext cx="3384000" cy="5781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Projeto da Disciplina de Fundamento de Banco de Dados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Professor Marcio Victorino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14800" y="29016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buNone/>
            </a:pPr>
            <a:r>
              <a:rPr b="0" lang="en-GB" sz="25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A política de controle de preços de medicamentos no Brasil 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168" name="Google Shape;195;p16"/>
          <p:cNvGrpSpPr/>
          <p:nvPr/>
        </p:nvGrpSpPr>
        <p:grpSpPr>
          <a:xfrm>
            <a:off x="831600" y="1488600"/>
            <a:ext cx="2180160" cy="1209240"/>
            <a:chOff x="831600" y="1488600"/>
            <a:chExt cx="2180160" cy="1209240"/>
          </a:xfrm>
        </p:grpSpPr>
        <p:sp>
          <p:nvSpPr>
            <p:cNvPr id="169" name="Google Shape;196;p16"/>
            <p:cNvSpPr/>
            <p:nvPr/>
          </p:nvSpPr>
          <p:spPr>
            <a:xfrm>
              <a:off x="831600" y="1488600"/>
              <a:ext cx="2180160" cy="27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2000" strike="noStrike" u="none">
                  <a:solidFill>
                    <a:schemeClr val="accent1"/>
                  </a:solidFill>
                  <a:effectLst/>
                  <a:uFillTx/>
                  <a:latin typeface="Fira Sans Extra Condensed SemiBold"/>
                  <a:ea typeface="Fira Sans Extra Condensed SemiBold"/>
                </a:rPr>
                <a:t>Lista de preços</a:t>
              </a:r>
              <a:endPara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Google Shape;197;p16"/>
            <p:cNvSpPr/>
            <p:nvPr/>
          </p:nvSpPr>
          <p:spPr>
            <a:xfrm>
              <a:off x="831600" y="1768320"/>
              <a:ext cx="2180160" cy="92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just"/>
              <a:r>
                <a:rPr b="0" lang="en-GB" sz="12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Roboto"/>
                </a:rPr>
                <a:t>Estabelecida e reajustada anualmente pela Câmara de Regulação do Mercado de Medicamentos (CMED), para g</a:t>
              </a:r>
              <a:r>
                <a:rPr b="0" lang="en-GB" sz="12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Arial"/>
                </a:rPr>
                <a:t>arantir o acesso da população. </a:t>
              </a:r>
              <a:endPara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71" name="Google Shape;202;p16"/>
          <p:cNvGrpSpPr/>
          <p:nvPr/>
        </p:nvGrpSpPr>
        <p:grpSpPr>
          <a:xfrm>
            <a:off x="6124320" y="1488600"/>
            <a:ext cx="2180160" cy="1209240"/>
            <a:chOff x="6124320" y="1488600"/>
            <a:chExt cx="2180160" cy="1209240"/>
          </a:xfrm>
        </p:grpSpPr>
        <p:sp>
          <p:nvSpPr>
            <p:cNvPr id="172" name="Google Shape;203;p16"/>
            <p:cNvSpPr/>
            <p:nvPr/>
          </p:nvSpPr>
          <p:spPr>
            <a:xfrm>
              <a:off x="6124320" y="1488600"/>
              <a:ext cx="2180160" cy="27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2000" strike="noStrike" u="none">
                  <a:solidFill>
                    <a:schemeClr val="accent1"/>
                  </a:solidFill>
                  <a:effectLst/>
                  <a:uFillTx/>
                  <a:latin typeface="Fira Sans Extra Condensed SemiBold"/>
                  <a:ea typeface="Fira Sans Extra Condensed SemiBold"/>
                </a:rPr>
                <a:t>Preço Max ao Gov</a:t>
              </a:r>
              <a:endPara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Google Shape;204;p16"/>
            <p:cNvSpPr/>
            <p:nvPr/>
          </p:nvSpPr>
          <p:spPr>
            <a:xfrm>
              <a:off x="6124320" y="1768320"/>
              <a:ext cx="2180160" cy="92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just"/>
              <a:r>
                <a:rPr b="0" lang="en-GB" sz="12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Roboto"/>
                </a:rPr>
                <a:t>Preço teto para vendas aos entes da administração pública.</a:t>
              </a:r>
              <a:endPara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74" name="Google Shape;195;p 1"/>
          <p:cNvGrpSpPr/>
          <p:nvPr/>
        </p:nvGrpSpPr>
        <p:grpSpPr>
          <a:xfrm>
            <a:off x="3420000" y="1404000"/>
            <a:ext cx="2160000" cy="1800000"/>
            <a:chOff x="3420000" y="1404000"/>
            <a:chExt cx="2160000" cy="1800000"/>
          </a:xfrm>
        </p:grpSpPr>
        <p:sp>
          <p:nvSpPr>
            <p:cNvPr id="175" name="Google Shape;196;p 1"/>
            <p:cNvSpPr/>
            <p:nvPr/>
          </p:nvSpPr>
          <p:spPr>
            <a:xfrm>
              <a:off x="3420000" y="1404000"/>
              <a:ext cx="2160000" cy="41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2000" strike="noStrike" u="none">
                  <a:solidFill>
                    <a:schemeClr val="accent1"/>
                  </a:solidFill>
                  <a:effectLst/>
                  <a:uFillTx/>
                  <a:latin typeface="Fira Sans Extra Condensed SemiBold"/>
                  <a:ea typeface="Fira Sans Extra Condensed SemiBold"/>
                </a:rPr>
                <a:t>Preço Fabrica</a:t>
              </a:r>
              <a:endPara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Google Shape;197;p 1"/>
            <p:cNvSpPr/>
            <p:nvPr/>
          </p:nvSpPr>
          <p:spPr>
            <a:xfrm>
              <a:off x="3420000" y="1820520"/>
              <a:ext cx="2160000" cy="138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just"/>
              <a:r>
                <a:rPr b="0" lang="en-GB" sz="12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Arial"/>
                </a:rPr>
                <a:t>Preço máximo que pode ser praticado por produtores, importadores e distribuidores para venda a farmácias e drogarias.</a:t>
              </a:r>
              <a:endPara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3484800" y="3501720"/>
            <a:ext cx="2095200" cy="139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14800" y="29016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buNone/>
            </a:pPr>
            <a:r>
              <a:rPr b="0" lang="en-GB" sz="25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Dificuldades 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179" name="Google Shape;195;p 2"/>
          <p:cNvGrpSpPr/>
          <p:nvPr/>
        </p:nvGrpSpPr>
        <p:grpSpPr>
          <a:xfrm>
            <a:off x="339840" y="1526760"/>
            <a:ext cx="2360160" cy="1209240"/>
            <a:chOff x="339840" y="1526760"/>
            <a:chExt cx="2360160" cy="1209240"/>
          </a:xfrm>
        </p:grpSpPr>
        <p:sp>
          <p:nvSpPr>
            <p:cNvPr id="180" name="Google Shape;196;p 2"/>
            <p:cNvSpPr/>
            <p:nvPr/>
          </p:nvSpPr>
          <p:spPr>
            <a:xfrm>
              <a:off x="339840" y="1526760"/>
              <a:ext cx="2360160" cy="27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2000" strike="noStrike" u="none">
                  <a:solidFill>
                    <a:schemeClr val="accent1"/>
                  </a:solidFill>
                  <a:effectLst/>
                  <a:uFillTx/>
                  <a:latin typeface="Fira Sans Extra Condensed SemiBold"/>
                  <a:ea typeface="Fira Sans Extra Condensed SemiBold"/>
                </a:rPr>
                <a:t>Volume de Dados</a:t>
              </a:r>
              <a:endPara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Google Shape;197;p 2"/>
            <p:cNvSpPr/>
            <p:nvPr/>
          </p:nvSpPr>
          <p:spPr>
            <a:xfrm>
              <a:off x="339840" y="1806480"/>
              <a:ext cx="2360160" cy="92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just"/>
              <a:r>
                <a:rPr b="0" lang="en-GB" sz="12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Roboto"/>
                </a:rPr>
                <a:t>A base contém milhares de registros com informações sobre múltiplas alíquotas de ICMS, diferentes apresentações de medicamentos e diversos laboratórios</a:t>
              </a:r>
              <a:endPara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82" name="Google Shape;195;p 3"/>
          <p:cNvGrpSpPr/>
          <p:nvPr/>
        </p:nvGrpSpPr>
        <p:grpSpPr>
          <a:xfrm>
            <a:off x="3060000" y="1476000"/>
            <a:ext cx="2700000" cy="1800000"/>
            <a:chOff x="3060000" y="1476000"/>
            <a:chExt cx="2700000" cy="1800000"/>
          </a:xfrm>
        </p:grpSpPr>
        <p:sp>
          <p:nvSpPr>
            <p:cNvPr id="183" name="Google Shape;196;p 3"/>
            <p:cNvSpPr/>
            <p:nvPr/>
          </p:nvSpPr>
          <p:spPr>
            <a:xfrm>
              <a:off x="3060000" y="1476000"/>
              <a:ext cx="2700000" cy="41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just"/>
              <a:r>
                <a:rPr b="0" lang="en-GB" sz="2000" strike="noStrike" u="none">
                  <a:solidFill>
                    <a:schemeClr val="accent1"/>
                  </a:solidFill>
                  <a:effectLst/>
                  <a:uFillTx/>
                  <a:latin typeface="Fira Sans Extra Condensed SemiBold"/>
                  <a:ea typeface="Fira Sans Extra Condensed SemiBold"/>
                </a:rPr>
                <a:t>Complexidade Regulatória</a:t>
              </a:r>
              <a:endParaRPr b="1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4" name="Google Shape;197;p 3"/>
            <p:cNvSpPr/>
            <p:nvPr/>
          </p:nvSpPr>
          <p:spPr>
            <a:xfrm>
              <a:off x="3060000" y="1892520"/>
              <a:ext cx="2700000" cy="138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just"/>
              <a:r>
                <a:rPr b="0" lang="en-GB" sz="12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Arial"/>
                </a:rPr>
                <a:t>Diferentes regras aplicam-se conforme o tipo de medicamento (regulado, liberado), regime de preço, aplicação do CAP, destino da comercialização e imposto referente a cada estado.</a:t>
              </a:r>
              <a:endPara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85" name="Google Shape;195;p 4"/>
          <p:cNvGrpSpPr/>
          <p:nvPr/>
        </p:nvGrpSpPr>
        <p:grpSpPr>
          <a:xfrm>
            <a:off x="6120000" y="1476000"/>
            <a:ext cx="2700000" cy="1800000"/>
            <a:chOff x="6120000" y="1476000"/>
            <a:chExt cx="2700000" cy="1800000"/>
          </a:xfrm>
        </p:grpSpPr>
        <p:sp>
          <p:nvSpPr>
            <p:cNvPr id="186" name="Google Shape;196;p 4"/>
            <p:cNvSpPr/>
            <p:nvPr/>
          </p:nvSpPr>
          <p:spPr>
            <a:xfrm>
              <a:off x="6120000" y="1476000"/>
              <a:ext cx="2700000" cy="41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just"/>
              <a:r>
                <a:rPr b="0" lang="en-GB" sz="2000" strike="noStrike" u="none">
                  <a:solidFill>
                    <a:schemeClr val="accent1"/>
                  </a:solidFill>
                  <a:effectLst/>
                  <a:uFillTx/>
                  <a:latin typeface="Fira Sans Extra Condensed SemiBold"/>
                  <a:ea typeface="Fira Sans Extra Condensed SemiBold"/>
                </a:rPr>
                <a:t>Consultas Complexas</a:t>
              </a:r>
              <a:endParaRPr b="1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7" name="Google Shape;197;p 4"/>
            <p:cNvSpPr/>
            <p:nvPr/>
          </p:nvSpPr>
          <p:spPr>
            <a:xfrm>
              <a:off x="6120000" y="1892520"/>
              <a:ext cx="2700000" cy="138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just"/>
              <a:r>
                <a:rPr b="0" lang="en-GB" sz="12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Arial"/>
                </a:rPr>
                <a:t>Gestores públicos precisam realizar consultas que combinem múltiplos critérios (laboratório, substância, tipo de produto etc.)</a:t>
              </a:r>
              <a:endPara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188" name="" descr=""/>
          <p:cNvPicPr/>
          <p:nvPr/>
        </p:nvPicPr>
        <p:blipFill>
          <a:blip r:embed="rId1"/>
          <a:stretch/>
        </p:blipFill>
        <p:spPr>
          <a:xfrm>
            <a:off x="3294360" y="3780000"/>
            <a:ext cx="2285640" cy="937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514800" y="29016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buNone/>
            </a:pPr>
            <a:r>
              <a:rPr b="0" lang="en-GB" sz="25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Soluções 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190" name="Google Shape;195;p 11"/>
          <p:cNvGrpSpPr/>
          <p:nvPr/>
        </p:nvGrpSpPr>
        <p:grpSpPr>
          <a:xfrm>
            <a:off x="339840" y="1526760"/>
            <a:ext cx="2360160" cy="1209240"/>
            <a:chOff x="339840" y="1526760"/>
            <a:chExt cx="2360160" cy="1209240"/>
          </a:xfrm>
        </p:grpSpPr>
        <p:sp>
          <p:nvSpPr>
            <p:cNvPr id="191" name="Google Shape;196;p 11"/>
            <p:cNvSpPr/>
            <p:nvPr/>
          </p:nvSpPr>
          <p:spPr>
            <a:xfrm>
              <a:off x="339840" y="1526760"/>
              <a:ext cx="2360160" cy="27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2000" strike="noStrike" u="none">
                  <a:solidFill>
                    <a:schemeClr val="accent1"/>
                  </a:solidFill>
                  <a:effectLst/>
                  <a:uFillTx/>
                  <a:latin typeface="Fira Sans Extra Condensed SemiBold"/>
                  <a:ea typeface="Fira Sans Extra Condensed SemiBold"/>
                </a:rPr>
                <a:t>Variação de Imposto</a:t>
              </a:r>
              <a:endPara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Google Shape;197;p 11"/>
            <p:cNvSpPr/>
            <p:nvPr/>
          </p:nvSpPr>
          <p:spPr>
            <a:xfrm>
              <a:off x="339840" y="1806480"/>
              <a:ext cx="2360160" cy="92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 anchorCtr="1">
              <a:noAutofit/>
            </a:bodyPr>
            <a:p>
              <a:pPr algn="just"/>
              <a:r>
                <a:rPr b="0" lang="en-GB" sz="12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Arial"/>
                </a:rPr>
                <a:t>Como existe um preço base, em aplicação de imposto, considerando a linearidade na comparação dos preços permitidos para cada laboratório, utilizamos o preço base,</a:t>
              </a:r>
              <a:endPara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93" name="Google Shape;195;p 12"/>
          <p:cNvGrpSpPr/>
          <p:nvPr/>
        </p:nvGrpSpPr>
        <p:grpSpPr>
          <a:xfrm>
            <a:off x="3060000" y="1476000"/>
            <a:ext cx="2700000" cy="1800000"/>
            <a:chOff x="3060000" y="1476000"/>
            <a:chExt cx="2700000" cy="1800000"/>
          </a:xfrm>
        </p:grpSpPr>
        <p:sp>
          <p:nvSpPr>
            <p:cNvPr id="194" name="Google Shape;196;p 12"/>
            <p:cNvSpPr/>
            <p:nvPr/>
          </p:nvSpPr>
          <p:spPr>
            <a:xfrm>
              <a:off x="3060000" y="1476000"/>
              <a:ext cx="2700000" cy="41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just"/>
              <a:r>
                <a:rPr b="0" lang="en-GB" sz="2000" strike="noStrike" u="none">
                  <a:solidFill>
                    <a:schemeClr val="accent1"/>
                  </a:solidFill>
                  <a:effectLst/>
                  <a:uFillTx/>
                  <a:latin typeface="Fira Sans Extra Condensed SemiBold"/>
                  <a:ea typeface="Fira Sans Extra Condensed SemiBold"/>
                </a:rPr>
                <a:t>Conteudo pouco relevante</a:t>
              </a:r>
              <a:endParaRPr b="1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5" name="Google Shape;197;p 12"/>
            <p:cNvSpPr/>
            <p:nvPr/>
          </p:nvSpPr>
          <p:spPr>
            <a:xfrm>
              <a:off x="3060000" y="1892520"/>
              <a:ext cx="2700000" cy="138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just"/>
              <a:r>
                <a:rPr b="0" lang="en-GB" sz="12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Arial"/>
                </a:rPr>
                <a:t>Por exemplo, EAN2 e EAN3, que se referem a um segundo e terceiro código de barras. Somente um código de barras foi considerado nesse caso. </a:t>
              </a:r>
              <a:endPara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96" name="Google Shape;195;p 13"/>
          <p:cNvGrpSpPr/>
          <p:nvPr/>
        </p:nvGrpSpPr>
        <p:grpSpPr>
          <a:xfrm>
            <a:off x="6120000" y="1476000"/>
            <a:ext cx="2700000" cy="1800000"/>
            <a:chOff x="6120000" y="1476000"/>
            <a:chExt cx="2700000" cy="1800000"/>
          </a:xfrm>
        </p:grpSpPr>
        <p:sp>
          <p:nvSpPr>
            <p:cNvPr id="197" name="Google Shape;196;p 13"/>
            <p:cNvSpPr/>
            <p:nvPr/>
          </p:nvSpPr>
          <p:spPr>
            <a:xfrm>
              <a:off x="6120000" y="1476000"/>
              <a:ext cx="2700000" cy="41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just"/>
              <a:r>
                <a:rPr b="0" lang="en-GB" sz="2000" strike="noStrike" u="none">
                  <a:solidFill>
                    <a:schemeClr val="accent1"/>
                  </a:solidFill>
                  <a:effectLst/>
                  <a:uFillTx/>
                  <a:latin typeface="Fira Sans Extra Condensed SemiBold"/>
                  <a:ea typeface="Fira Sans Extra Condensed SemiBold"/>
                </a:rPr>
                <a:t>Casas decimais</a:t>
              </a:r>
              <a:endParaRPr b="1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8" name="Google Shape;197;p 13"/>
            <p:cNvSpPr/>
            <p:nvPr/>
          </p:nvSpPr>
          <p:spPr>
            <a:xfrm>
              <a:off x="6120000" y="1892520"/>
              <a:ext cx="2700000" cy="138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r>
                <a:rPr b="0" lang="en-GB" sz="12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Arial"/>
                </a:rPr>
                <a:t>Originalmente separadas por vírgula. Para facilitar a utilização das ferramentas, foram substituídas por ponto, no próprio csv, antes da carga.</a:t>
              </a:r>
              <a:endPara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99" name="" descr=""/>
          <p:cNvPicPr/>
          <p:nvPr/>
        </p:nvPicPr>
        <p:blipFill>
          <a:blip r:embed="rId1"/>
          <a:stretch/>
        </p:blipFill>
        <p:spPr>
          <a:xfrm>
            <a:off x="3276360" y="3600000"/>
            <a:ext cx="2483640" cy="117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5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Modelo de dados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" descr=""/>
          <p:cNvPicPr/>
          <p:nvPr/>
        </p:nvPicPr>
        <p:blipFill>
          <a:blip r:embed="rId1"/>
          <a:stretch/>
        </p:blipFill>
        <p:spPr>
          <a:xfrm>
            <a:off x="1800000" y="960120"/>
            <a:ext cx="5580000" cy="371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492;p18"/>
          <p:cNvGrpSpPr/>
          <p:nvPr/>
        </p:nvGrpSpPr>
        <p:grpSpPr>
          <a:xfrm>
            <a:off x="2493000" y="1257840"/>
            <a:ext cx="2021400" cy="3005280"/>
            <a:chOff x="2493000" y="1257840"/>
            <a:chExt cx="2021400" cy="3005280"/>
          </a:xfrm>
        </p:grpSpPr>
        <p:sp>
          <p:nvSpPr>
            <p:cNvPr id="203" name="Google Shape;493;p18"/>
            <p:cNvSpPr/>
            <p:nvPr/>
          </p:nvSpPr>
          <p:spPr>
            <a:xfrm>
              <a:off x="2493000" y="1257840"/>
              <a:ext cx="1501560" cy="3005280"/>
            </a:xfrm>
            <a:custGeom>
              <a:avLst/>
              <a:gdLst>
                <a:gd name="textAreaLeft" fmla="*/ 0 w 1501560"/>
                <a:gd name="textAreaRight" fmla="*/ 1501920 w 1501560"/>
                <a:gd name="textAreaTop" fmla="*/ 0 h 3005280"/>
                <a:gd name="textAreaBottom" fmla="*/ 3005640 h 3005280"/>
              </a:gdLst>
              <a:ahLst/>
              <a:cxnLst/>
              <a:rect l="textAreaLeft" t="textAreaTop" r="textAreaRight" b="textAreaBottom"/>
              <a:pathLst>
                <a:path w="60075" h="120224">
                  <a:moveTo>
                    <a:pt x="0" y="20512"/>
                  </a:moveTo>
                  <a:lnTo>
                    <a:pt x="31461" y="0"/>
                  </a:lnTo>
                  <a:lnTo>
                    <a:pt x="60075" y="0"/>
                  </a:lnTo>
                  <a:lnTo>
                    <a:pt x="60075" y="120224"/>
                  </a:lnTo>
                </a:path>
              </a:pathLst>
            </a:custGeom>
            <a:noFill/>
            <a:ln w="76200">
              <a:solidFill>
                <a:srgbClr val="9659f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04" name="Google Shape;494;p18"/>
            <p:cNvCxnSpPr/>
            <p:nvPr/>
          </p:nvCxnSpPr>
          <p:spPr>
            <a:xfrm flipH="1">
              <a:off x="4001040" y="1442160"/>
              <a:ext cx="513720" cy="360"/>
            </a:xfrm>
            <a:prstGeom prst="straightConnector1">
              <a:avLst/>
            </a:prstGeom>
            <a:ln w="76200">
              <a:solidFill>
                <a:srgbClr val="9659f4"/>
              </a:solidFill>
              <a:round/>
            </a:ln>
          </p:spPr>
        </p:cxnSp>
        <p:cxnSp>
          <p:nvCxnSpPr>
            <p:cNvPr id="205" name="Google Shape;495;p18"/>
            <p:cNvCxnSpPr/>
            <p:nvPr/>
          </p:nvCxnSpPr>
          <p:spPr>
            <a:xfrm flipH="1">
              <a:off x="4001040" y="2356560"/>
              <a:ext cx="513720" cy="360"/>
            </a:xfrm>
            <a:prstGeom prst="straightConnector1">
              <a:avLst/>
            </a:prstGeom>
            <a:ln w="76200">
              <a:solidFill>
                <a:srgbClr val="9659f4"/>
              </a:solidFill>
              <a:round/>
            </a:ln>
          </p:spPr>
        </p:cxnSp>
        <p:cxnSp>
          <p:nvCxnSpPr>
            <p:cNvPr id="206" name="Google Shape;496;p18"/>
            <p:cNvCxnSpPr/>
            <p:nvPr/>
          </p:nvCxnSpPr>
          <p:spPr>
            <a:xfrm flipH="1">
              <a:off x="4001040" y="3320280"/>
              <a:ext cx="513720" cy="360"/>
            </a:xfrm>
            <a:prstGeom prst="straightConnector1">
              <a:avLst/>
            </a:prstGeom>
            <a:ln w="76200">
              <a:solidFill>
                <a:srgbClr val="9659f4"/>
              </a:solidFill>
              <a:round/>
            </a:ln>
          </p:spPr>
        </p:cxnSp>
        <p:cxnSp>
          <p:nvCxnSpPr>
            <p:cNvPr id="207" name="Google Shape;497;p18"/>
            <p:cNvCxnSpPr/>
            <p:nvPr/>
          </p:nvCxnSpPr>
          <p:spPr>
            <a:xfrm flipH="1">
              <a:off x="3957840" y="4253760"/>
              <a:ext cx="556920" cy="360"/>
            </a:xfrm>
            <a:prstGeom prst="straightConnector1">
              <a:avLst/>
            </a:prstGeom>
            <a:ln w="76200">
              <a:solidFill>
                <a:srgbClr val="9659f4"/>
              </a:solidFill>
              <a:round/>
            </a:ln>
          </p:spPr>
        </p:cxnSp>
        <p:sp>
          <p:nvSpPr>
            <p:cNvPr id="208" name="Google Shape;498;p18"/>
            <p:cNvSpPr/>
            <p:nvPr/>
          </p:nvSpPr>
          <p:spPr>
            <a:xfrm>
              <a:off x="2493000" y="1257840"/>
              <a:ext cx="1501560" cy="3005280"/>
            </a:xfrm>
            <a:custGeom>
              <a:avLst/>
              <a:gdLst>
                <a:gd name="textAreaLeft" fmla="*/ 0 w 1501560"/>
                <a:gd name="textAreaRight" fmla="*/ 1501920 w 1501560"/>
                <a:gd name="textAreaTop" fmla="*/ 0 h 3005280"/>
                <a:gd name="textAreaBottom" fmla="*/ 3005640 h 3005280"/>
              </a:gdLst>
              <a:ahLst/>
              <a:cxnLst/>
              <a:rect l="textAreaLeft" t="textAreaTop" r="textAreaRight" b="textAreaBottom"/>
              <a:pathLst>
                <a:path w="60075" h="120224">
                  <a:moveTo>
                    <a:pt x="0" y="20512"/>
                  </a:moveTo>
                  <a:lnTo>
                    <a:pt x="31461" y="0"/>
                  </a:lnTo>
                  <a:lnTo>
                    <a:pt x="60075" y="0"/>
                  </a:lnTo>
                  <a:lnTo>
                    <a:pt x="60075" y="120224"/>
                  </a:lnTo>
                </a:path>
              </a:pathLst>
            </a:custGeom>
            <a:noFill/>
            <a:ln w="28575">
              <a:solidFill>
                <a:srgbClr val="a0fdf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09" name="Google Shape;499;p18"/>
            <p:cNvCxnSpPr/>
            <p:nvPr/>
          </p:nvCxnSpPr>
          <p:spPr>
            <a:xfrm flipH="1">
              <a:off x="4001040" y="1442160"/>
              <a:ext cx="513720" cy="360"/>
            </a:xfrm>
            <a:prstGeom prst="straightConnector1">
              <a:avLst/>
            </a:prstGeom>
            <a:ln w="28575">
              <a:solidFill>
                <a:srgbClr val="a0fdf1"/>
              </a:solidFill>
              <a:round/>
            </a:ln>
          </p:spPr>
        </p:cxnSp>
        <p:cxnSp>
          <p:nvCxnSpPr>
            <p:cNvPr id="210" name="Google Shape;500;p18"/>
            <p:cNvCxnSpPr/>
            <p:nvPr/>
          </p:nvCxnSpPr>
          <p:spPr>
            <a:xfrm flipH="1">
              <a:off x="4001040" y="2356560"/>
              <a:ext cx="513720" cy="360"/>
            </a:xfrm>
            <a:prstGeom prst="straightConnector1">
              <a:avLst/>
            </a:prstGeom>
            <a:ln w="28575">
              <a:solidFill>
                <a:srgbClr val="a0fdf1"/>
              </a:solidFill>
              <a:round/>
            </a:ln>
          </p:spPr>
        </p:cxnSp>
        <p:cxnSp>
          <p:nvCxnSpPr>
            <p:cNvPr id="211" name="Google Shape;501;p18"/>
            <p:cNvCxnSpPr/>
            <p:nvPr/>
          </p:nvCxnSpPr>
          <p:spPr>
            <a:xfrm flipH="1">
              <a:off x="4001040" y="3320280"/>
              <a:ext cx="513720" cy="360"/>
            </a:xfrm>
            <a:prstGeom prst="straightConnector1">
              <a:avLst/>
            </a:prstGeom>
            <a:ln w="28575">
              <a:solidFill>
                <a:srgbClr val="a0fdf1"/>
              </a:solidFill>
              <a:round/>
            </a:ln>
          </p:spPr>
        </p:cxnSp>
        <p:cxnSp>
          <p:nvCxnSpPr>
            <p:cNvPr id="212" name="Google Shape;502;p18"/>
            <p:cNvCxnSpPr/>
            <p:nvPr/>
          </p:nvCxnSpPr>
          <p:spPr>
            <a:xfrm flipH="1">
              <a:off x="3981600" y="4253760"/>
              <a:ext cx="533160" cy="360"/>
            </a:xfrm>
            <a:prstGeom prst="straightConnector1">
              <a:avLst/>
            </a:prstGeom>
            <a:ln w="28575">
              <a:solidFill>
                <a:srgbClr val="a0fdf1"/>
              </a:solidFill>
              <a:round/>
            </a:ln>
          </p:spPr>
        </p:cxnSp>
      </p:grp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5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Processo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4" name="Google Shape;504;p18"/>
          <p:cNvGrpSpPr/>
          <p:nvPr/>
        </p:nvGrpSpPr>
        <p:grpSpPr>
          <a:xfrm>
            <a:off x="873000" y="1250280"/>
            <a:ext cx="2430360" cy="3121920"/>
            <a:chOff x="873000" y="1250280"/>
            <a:chExt cx="2430360" cy="3121920"/>
          </a:xfrm>
        </p:grpSpPr>
        <p:sp>
          <p:nvSpPr>
            <p:cNvPr id="215" name="Google Shape;505;p18"/>
            <p:cNvSpPr/>
            <p:nvPr/>
          </p:nvSpPr>
          <p:spPr>
            <a:xfrm>
              <a:off x="873360" y="3399480"/>
              <a:ext cx="2214360" cy="972720"/>
            </a:xfrm>
            <a:custGeom>
              <a:avLst/>
              <a:gdLst>
                <a:gd name="textAreaLeft" fmla="*/ 0 w 2214360"/>
                <a:gd name="textAreaRight" fmla="*/ 2214720 w 2214360"/>
                <a:gd name="textAreaTop" fmla="*/ 0 h 972720"/>
                <a:gd name="textAreaBottom" fmla="*/ 973080 h 972720"/>
              </a:gdLst>
              <a:ahLst/>
              <a:cxnLst/>
              <a:rect l="textAreaLeft" t="textAreaTop" r="textAreaRight" b="textAreaBottom"/>
              <a:pathLst>
                <a:path w="75903" h="33351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 rotWithShape="0">
              <a:gsLst>
                <a:gs pos="0">
                  <a:srgbClr val="4335af"/>
                </a:gs>
                <a:gs pos="100000">
                  <a:srgbClr val="9659f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Google Shape;506;p18"/>
            <p:cNvSpPr/>
            <p:nvPr/>
          </p:nvSpPr>
          <p:spPr>
            <a:xfrm>
              <a:off x="873000" y="3063240"/>
              <a:ext cx="2214720" cy="1278720"/>
            </a:xfrm>
            <a:custGeom>
              <a:avLst/>
              <a:gdLst>
                <a:gd name="textAreaLeft" fmla="*/ 0 w 2214720"/>
                <a:gd name="textAreaRight" fmla="*/ 2215080 w 2214720"/>
                <a:gd name="textAreaTop" fmla="*/ 0 h 1278720"/>
                <a:gd name="textAreaBottom" fmla="*/ 1279080 h 1278720"/>
              </a:gdLst>
              <a:ahLst/>
              <a:cxnLst/>
              <a:rect l="textAreaLeft" t="textAreaTop" r="textAreaRight" b="textAreaBottom"/>
              <a:pathLst>
                <a:path w="75915" h="43831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4335af"/>
                </a:gs>
                <a:gs pos="100000">
                  <a:srgbClr val="9659f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Google Shape;507;p18"/>
            <p:cNvSpPr/>
            <p:nvPr/>
          </p:nvSpPr>
          <p:spPr>
            <a:xfrm>
              <a:off x="905040" y="3078000"/>
              <a:ext cx="2163600" cy="1248840"/>
            </a:xfrm>
            <a:custGeom>
              <a:avLst/>
              <a:gdLst>
                <a:gd name="textAreaLeft" fmla="*/ 0 w 2163600"/>
                <a:gd name="textAreaRight" fmla="*/ 2163960 w 2163600"/>
                <a:gd name="textAreaTop" fmla="*/ 0 h 1248840"/>
                <a:gd name="textAreaBottom" fmla="*/ 1249200 h 1248840"/>
              </a:gdLst>
              <a:ahLst/>
              <a:cxnLst/>
              <a:rect l="textAreaLeft" t="textAreaTop" r="textAreaRight" b="textAreaBottom"/>
              <a:pathLst>
                <a:path w="74153" h="42816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 rotWithShape="0">
              <a:gsLst>
                <a:gs pos="0">
                  <a:srgbClr val="9659f4"/>
                </a:gs>
                <a:gs pos="100000">
                  <a:srgbClr val="5ccffb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8" name="Google Shape;508;p18"/>
            <p:cNvGrpSpPr/>
            <p:nvPr/>
          </p:nvGrpSpPr>
          <p:grpSpPr>
            <a:xfrm>
              <a:off x="997560" y="3140280"/>
              <a:ext cx="1955520" cy="1126440"/>
              <a:chOff x="997560" y="3140280"/>
              <a:chExt cx="1955520" cy="1126440"/>
            </a:xfrm>
          </p:grpSpPr>
          <p:sp>
            <p:nvSpPr>
              <p:cNvPr id="219" name="Google Shape;509;p18"/>
              <p:cNvSpPr/>
              <p:nvPr/>
            </p:nvSpPr>
            <p:spPr>
              <a:xfrm>
                <a:off x="1396800" y="3140280"/>
                <a:ext cx="164160" cy="9216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92160"/>
                  <a:gd name="textAreaBottom" fmla="*/ 92520 h 92160"/>
                </a:gdLst>
                <a:ahLst/>
                <a:cxnLst/>
                <a:rect l="textAreaLeft" t="textAreaTop" r="textAreaRight" b="textAreaBottom"/>
                <a:pathLst>
                  <a:path w="5644" h="3169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" name="Google Shape;510;p18"/>
              <p:cNvSpPr/>
              <p:nvPr/>
            </p:nvSpPr>
            <p:spPr>
              <a:xfrm>
                <a:off x="1551600" y="3229560"/>
                <a:ext cx="164160" cy="9216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92160"/>
                  <a:gd name="textAreaBottom" fmla="*/ 92520 h 92160"/>
                </a:gdLst>
                <a:ahLst/>
                <a:cxnLst/>
                <a:rect l="textAreaLeft" t="textAreaTop" r="textAreaRight" b="textAreaBottom"/>
                <a:pathLst>
                  <a:path w="5644" h="3168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" name="Google Shape;511;p18"/>
              <p:cNvSpPr/>
              <p:nvPr/>
            </p:nvSpPr>
            <p:spPr>
              <a:xfrm>
                <a:off x="1706400" y="3318840"/>
                <a:ext cx="164160" cy="9180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5633" h="3163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" name="Google Shape;512;p18"/>
              <p:cNvSpPr/>
              <p:nvPr/>
            </p:nvSpPr>
            <p:spPr>
              <a:xfrm>
                <a:off x="1860840" y="3408120"/>
                <a:ext cx="164520" cy="91800"/>
              </a:xfrm>
              <a:custGeom>
                <a:avLst/>
                <a:gdLst>
                  <a:gd name="textAreaLeft" fmla="*/ 0 w 164520"/>
                  <a:gd name="textAreaRight" fmla="*/ 164880 w 16452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5645" h="3163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" name="Google Shape;513;p18"/>
              <p:cNvSpPr/>
              <p:nvPr/>
            </p:nvSpPr>
            <p:spPr>
              <a:xfrm>
                <a:off x="2015640" y="3497400"/>
                <a:ext cx="164160" cy="9216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92160"/>
                  <a:gd name="textAreaBottom" fmla="*/ 92520 h 92160"/>
                </a:gdLst>
                <a:ahLst/>
                <a:cxnLst/>
                <a:rect l="textAreaLeft" t="textAreaTop" r="textAreaRight" b="textAreaBottom"/>
                <a:pathLst>
                  <a:path w="5632" h="3168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" name="Google Shape;514;p18"/>
              <p:cNvSpPr/>
              <p:nvPr/>
            </p:nvSpPr>
            <p:spPr>
              <a:xfrm>
                <a:off x="2170440" y="3586320"/>
                <a:ext cx="164160" cy="9216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92160"/>
                  <a:gd name="textAreaBottom" fmla="*/ 92520 h 92160"/>
                </a:gdLst>
                <a:ahLst/>
                <a:cxnLst/>
                <a:rect l="textAreaLeft" t="textAreaTop" r="textAreaRight" b="textAreaBottom"/>
                <a:pathLst>
                  <a:path w="5644" h="3173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" name="Google Shape;515;p18"/>
              <p:cNvSpPr/>
              <p:nvPr/>
            </p:nvSpPr>
            <p:spPr>
              <a:xfrm>
                <a:off x="2324880" y="3675960"/>
                <a:ext cx="164520" cy="92160"/>
              </a:xfrm>
              <a:custGeom>
                <a:avLst/>
                <a:gdLst>
                  <a:gd name="textAreaLeft" fmla="*/ 0 w 164520"/>
                  <a:gd name="textAreaRight" fmla="*/ 164880 w 164520"/>
                  <a:gd name="textAreaTop" fmla="*/ 0 h 92160"/>
                  <a:gd name="textAreaBottom" fmla="*/ 92520 h 92160"/>
                </a:gdLst>
                <a:ahLst/>
                <a:cxnLst/>
                <a:rect l="textAreaLeft" t="textAreaTop" r="textAreaRight" b="textAreaBottom"/>
                <a:pathLst>
                  <a:path w="5645" h="3167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" name="Google Shape;516;p18"/>
              <p:cNvSpPr/>
              <p:nvPr/>
            </p:nvSpPr>
            <p:spPr>
              <a:xfrm>
                <a:off x="2479320" y="3765240"/>
                <a:ext cx="164520" cy="92160"/>
              </a:xfrm>
              <a:custGeom>
                <a:avLst/>
                <a:gdLst>
                  <a:gd name="textAreaLeft" fmla="*/ 0 w 164520"/>
                  <a:gd name="textAreaRight" fmla="*/ 164880 w 164520"/>
                  <a:gd name="textAreaTop" fmla="*/ 0 h 92160"/>
                  <a:gd name="textAreaBottom" fmla="*/ 92520 h 92160"/>
                </a:gdLst>
                <a:ahLst/>
                <a:cxnLst/>
                <a:rect l="textAreaLeft" t="textAreaTop" r="textAreaRight" b="textAreaBottom"/>
                <a:pathLst>
                  <a:path w="5645" h="3167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Google Shape;517;p18"/>
              <p:cNvSpPr/>
              <p:nvPr/>
            </p:nvSpPr>
            <p:spPr>
              <a:xfrm>
                <a:off x="2634120" y="3854520"/>
                <a:ext cx="164160" cy="9180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5644" h="3162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" name="Google Shape;518;p18"/>
              <p:cNvSpPr/>
              <p:nvPr/>
            </p:nvSpPr>
            <p:spPr>
              <a:xfrm>
                <a:off x="2788560" y="3943800"/>
                <a:ext cx="164520" cy="91800"/>
              </a:xfrm>
              <a:custGeom>
                <a:avLst/>
                <a:gdLst>
                  <a:gd name="textAreaLeft" fmla="*/ 0 w 164520"/>
                  <a:gd name="textAreaRight" fmla="*/ 164880 w 16452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5645" h="3162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9" name="Google Shape;519;p18"/>
              <p:cNvSpPr/>
              <p:nvPr/>
            </p:nvSpPr>
            <p:spPr>
              <a:xfrm>
                <a:off x="1283760" y="3202200"/>
                <a:ext cx="169560" cy="96480"/>
              </a:xfrm>
              <a:custGeom>
                <a:avLst/>
                <a:gdLst>
                  <a:gd name="textAreaLeft" fmla="*/ 0 w 169560"/>
                  <a:gd name="textAreaRight" fmla="*/ 169920 w 169560"/>
                  <a:gd name="textAreaTop" fmla="*/ 0 h 96480"/>
                  <a:gd name="textAreaBottom" fmla="*/ 96840 h 96480"/>
                </a:gdLst>
                <a:ahLst/>
                <a:cxnLst/>
                <a:rect l="textAreaLeft" t="textAreaTop" r="textAreaRight" b="textAreaBottom"/>
                <a:pathLst>
                  <a:path w="5823" h="3317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8240" bIns="48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Google Shape;520;p18"/>
              <p:cNvSpPr/>
              <p:nvPr/>
            </p:nvSpPr>
            <p:spPr>
              <a:xfrm>
                <a:off x="1188720" y="3257640"/>
                <a:ext cx="234360" cy="133560"/>
              </a:xfrm>
              <a:custGeom>
                <a:avLst/>
                <a:gdLst>
                  <a:gd name="textAreaLeft" fmla="*/ 0 w 234360"/>
                  <a:gd name="textAreaRight" fmla="*/ 234720 w 2343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8049" h="4585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960" bIns="66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Google Shape;521;p18"/>
              <p:cNvSpPr/>
              <p:nvPr/>
            </p:nvSpPr>
            <p:spPr>
              <a:xfrm>
                <a:off x="1094040" y="3312360"/>
                <a:ext cx="253440" cy="144360"/>
              </a:xfrm>
              <a:custGeom>
                <a:avLst/>
                <a:gdLst>
                  <a:gd name="textAreaLeft" fmla="*/ 0 w 253440"/>
                  <a:gd name="textAreaRight" fmla="*/ 253800 w 253440"/>
                  <a:gd name="textAreaTop" fmla="*/ 0 h 144360"/>
                  <a:gd name="textAreaBottom" fmla="*/ 144720 h 144360"/>
                </a:gdLst>
                <a:ahLst/>
                <a:cxnLst/>
                <a:rect l="textAreaLeft" t="textAreaTop" r="textAreaRight" b="textAreaBottom"/>
                <a:pathLst>
                  <a:path w="8693" h="4962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2360" bIns="723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Google Shape;522;p18"/>
              <p:cNvSpPr/>
              <p:nvPr/>
            </p:nvSpPr>
            <p:spPr>
              <a:xfrm>
                <a:off x="2675520" y="4005360"/>
                <a:ext cx="169560" cy="96480"/>
              </a:xfrm>
              <a:custGeom>
                <a:avLst/>
                <a:gdLst>
                  <a:gd name="textAreaLeft" fmla="*/ 0 w 169560"/>
                  <a:gd name="textAreaRight" fmla="*/ 169920 w 169560"/>
                  <a:gd name="textAreaTop" fmla="*/ 0 h 96480"/>
                  <a:gd name="textAreaBottom" fmla="*/ 96840 h 96480"/>
                </a:gdLst>
                <a:ahLst/>
                <a:cxnLst/>
                <a:rect l="textAreaLeft" t="textAreaTop" r="textAreaRight" b="textAreaBottom"/>
                <a:pathLst>
                  <a:path w="5823" h="3316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8240" bIns="48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Google Shape;523;p18"/>
              <p:cNvSpPr/>
              <p:nvPr/>
            </p:nvSpPr>
            <p:spPr>
              <a:xfrm>
                <a:off x="2514960" y="4023000"/>
                <a:ext cx="234360" cy="133200"/>
              </a:xfrm>
              <a:custGeom>
                <a:avLst/>
                <a:gdLst>
                  <a:gd name="textAreaLeft" fmla="*/ 0 w 234360"/>
                  <a:gd name="textAreaRight" fmla="*/ 234720 w 234360"/>
                  <a:gd name="textAreaTop" fmla="*/ 0 h 133200"/>
                  <a:gd name="textAreaBottom" fmla="*/ 133560 h 133200"/>
                </a:gdLst>
                <a:ahLst/>
                <a:cxnLst/>
                <a:rect l="textAreaLeft" t="textAreaTop" r="textAreaRight" b="textAreaBottom"/>
                <a:pathLst>
                  <a:path w="8038" h="4581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6600" bIns="66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Google Shape;524;p18"/>
              <p:cNvSpPr/>
              <p:nvPr/>
            </p:nvSpPr>
            <p:spPr>
              <a:xfrm>
                <a:off x="2400480" y="4066920"/>
                <a:ext cx="253440" cy="144360"/>
              </a:xfrm>
              <a:custGeom>
                <a:avLst/>
                <a:gdLst>
                  <a:gd name="textAreaLeft" fmla="*/ 0 w 253440"/>
                  <a:gd name="textAreaRight" fmla="*/ 253800 w 253440"/>
                  <a:gd name="textAreaTop" fmla="*/ 0 h 144360"/>
                  <a:gd name="textAreaBottom" fmla="*/ 144720 h 144360"/>
                </a:gdLst>
                <a:ahLst/>
                <a:cxnLst/>
                <a:rect l="textAreaLeft" t="textAreaTop" r="textAreaRight" b="textAreaBottom"/>
                <a:pathLst>
                  <a:path w="8692" h="4959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2360" bIns="723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" name="Google Shape;525;p18"/>
              <p:cNvSpPr/>
              <p:nvPr/>
            </p:nvSpPr>
            <p:spPr>
              <a:xfrm>
                <a:off x="997560" y="3366720"/>
                <a:ext cx="169920" cy="96480"/>
              </a:xfrm>
              <a:custGeom>
                <a:avLst/>
                <a:gdLst>
                  <a:gd name="textAreaLeft" fmla="*/ 0 w 169920"/>
                  <a:gd name="textAreaRight" fmla="*/ 170280 w 169920"/>
                  <a:gd name="textAreaTop" fmla="*/ 0 h 96480"/>
                  <a:gd name="textAreaBottom" fmla="*/ 96840 h 96480"/>
                </a:gdLst>
                <a:ahLst/>
                <a:cxnLst/>
                <a:rect l="textAreaLeft" t="textAreaTop" r="textAreaRight" b="textAreaBottom"/>
                <a:pathLst>
                  <a:path w="5835" h="3319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8240" bIns="48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6" name="Google Shape;526;p18"/>
              <p:cNvSpPr/>
              <p:nvPr/>
            </p:nvSpPr>
            <p:spPr>
              <a:xfrm>
                <a:off x="1121760" y="3438360"/>
                <a:ext cx="169920" cy="96480"/>
              </a:xfrm>
              <a:custGeom>
                <a:avLst/>
                <a:gdLst>
                  <a:gd name="textAreaLeft" fmla="*/ 0 w 169920"/>
                  <a:gd name="textAreaRight" fmla="*/ 170280 w 169920"/>
                  <a:gd name="textAreaTop" fmla="*/ 0 h 96480"/>
                  <a:gd name="textAreaBottom" fmla="*/ 96840 h 96480"/>
                </a:gdLst>
                <a:ahLst/>
                <a:cxnLst/>
                <a:rect l="textAreaLeft" t="textAreaTop" r="textAreaRight" b="textAreaBottom"/>
                <a:pathLst>
                  <a:path w="5835" h="3324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8240" bIns="48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7" name="Google Shape;527;p18"/>
              <p:cNvSpPr/>
              <p:nvPr/>
            </p:nvSpPr>
            <p:spPr>
              <a:xfrm>
                <a:off x="1245600" y="3510000"/>
                <a:ext cx="169920" cy="96480"/>
              </a:xfrm>
              <a:custGeom>
                <a:avLst/>
                <a:gdLst>
                  <a:gd name="textAreaLeft" fmla="*/ 0 w 169920"/>
                  <a:gd name="textAreaRight" fmla="*/ 170280 w 169920"/>
                  <a:gd name="textAreaTop" fmla="*/ 0 h 96480"/>
                  <a:gd name="textAreaBottom" fmla="*/ 96840 h 96480"/>
                </a:gdLst>
                <a:ahLst/>
                <a:cxnLst/>
                <a:rect l="textAreaLeft" t="textAreaTop" r="textAreaRight" b="textAreaBottom"/>
                <a:pathLst>
                  <a:path w="5835" h="3324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8240" bIns="48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8" name="Google Shape;528;p18"/>
              <p:cNvSpPr/>
              <p:nvPr/>
            </p:nvSpPr>
            <p:spPr>
              <a:xfrm>
                <a:off x="1310040" y="3437280"/>
                <a:ext cx="141120" cy="79560"/>
              </a:xfrm>
              <a:custGeom>
                <a:avLst/>
                <a:gdLst>
                  <a:gd name="textAreaLeft" fmla="*/ 0 w 141120"/>
                  <a:gd name="textAreaRight" fmla="*/ 141480 w 14112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4847" h="2743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9" name="Google Shape;529;p18"/>
              <p:cNvSpPr/>
              <p:nvPr/>
            </p:nvSpPr>
            <p:spPr>
              <a:xfrm>
                <a:off x="1409040" y="3494520"/>
                <a:ext cx="140760" cy="79560"/>
              </a:xfrm>
              <a:custGeom>
                <a:avLst/>
                <a:gdLst>
                  <a:gd name="textAreaLeft" fmla="*/ 0 w 140760"/>
                  <a:gd name="textAreaRight" fmla="*/ 141120 w 1407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4835" h="2740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Google Shape;530;p18"/>
              <p:cNvSpPr/>
              <p:nvPr/>
            </p:nvSpPr>
            <p:spPr>
              <a:xfrm>
                <a:off x="1508040" y="3551760"/>
                <a:ext cx="140760" cy="79560"/>
              </a:xfrm>
              <a:custGeom>
                <a:avLst/>
                <a:gdLst>
                  <a:gd name="textAreaLeft" fmla="*/ 0 w 140760"/>
                  <a:gd name="textAreaRight" fmla="*/ 141120 w 1407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4835" h="2741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1" name="Google Shape;531;p18"/>
              <p:cNvSpPr/>
              <p:nvPr/>
            </p:nvSpPr>
            <p:spPr>
              <a:xfrm>
                <a:off x="1607040" y="3608640"/>
                <a:ext cx="141120" cy="79560"/>
              </a:xfrm>
              <a:custGeom>
                <a:avLst/>
                <a:gdLst>
                  <a:gd name="textAreaLeft" fmla="*/ 0 w 141120"/>
                  <a:gd name="textAreaRight" fmla="*/ 141480 w 14112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4847" h="2740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2" name="Google Shape;532;p18"/>
              <p:cNvSpPr/>
              <p:nvPr/>
            </p:nvSpPr>
            <p:spPr>
              <a:xfrm>
                <a:off x="1706400" y="3665880"/>
                <a:ext cx="140760" cy="79560"/>
              </a:xfrm>
              <a:custGeom>
                <a:avLst/>
                <a:gdLst>
                  <a:gd name="textAreaLeft" fmla="*/ 0 w 140760"/>
                  <a:gd name="textAreaRight" fmla="*/ 141120 w 1407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4835" h="2741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3" name="Google Shape;533;p18"/>
              <p:cNvSpPr/>
              <p:nvPr/>
            </p:nvSpPr>
            <p:spPr>
              <a:xfrm>
                <a:off x="1805400" y="3723120"/>
                <a:ext cx="140760" cy="79560"/>
              </a:xfrm>
              <a:custGeom>
                <a:avLst/>
                <a:gdLst>
                  <a:gd name="textAreaLeft" fmla="*/ 0 w 140760"/>
                  <a:gd name="textAreaRight" fmla="*/ 141120 w 1407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4835" h="2740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Google Shape;534;p18"/>
              <p:cNvSpPr/>
              <p:nvPr/>
            </p:nvSpPr>
            <p:spPr>
              <a:xfrm>
                <a:off x="1904400" y="3780720"/>
                <a:ext cx="140760" cy="79560"/>
              </a:xfrm>
              <a:custGeom>
                <a:avLst/>
                <a:gdLst>
                  <a:gd name="textAreaLeft" fmla="*/ 0 w 140760"/>
                  <a:gd name="textAreaRight" fmla="*/ 141120 w 1407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4835" h="2736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" name="Google Shape;535;p18"/>
              <p:cNvSpPr/>
              <p:nvPr/>
            </p:nvSpPr>
            <p:spPr>
              <a:xfrm>
                <a:off x="2003400" y="3837600"/>
                <a:ext cx="140760" cy="79560"/>
              </a:xfrm>
              <a:custGeom>
                <a:avLst/>
                <a:gdLst>
                  <a:gd name="textAreaLeft" fmla="*/ 0 w 140760"/>
                  <a:gd name="textAreaRight" fmla="*/ 141120 w 1407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4835" h="2741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" name="Google Shape;536;p18"/>
              <p:cNvSpPr/>
              <p:nvPr/>
            </p:nvSpPr>
            <p:spPr>
              <a:xfrm>
                <a:off x="2102760" y="3895200"/>
                <a:ext cx="140760" cy="79560"/>
              </a:xfrm>
              <a:custGeom>
                <a:avLst/>
                <a:gdLst>
                  <a:gd name="textAreaLeft" fmla="*/ 0 w 140760"/>
                  <a:gd name="textAreaRight" fmla="*/ 141120 w 1407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4835" h="2734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7" name="Google Shape;537;p18"/>
              <p:cNvSpPr/>
              <p:nvPr/>
            </p:nvSpPr>
            <p:spPr>
              <a:xfrm>
                <a:off x="2201760" y="3952080"/>
                <a:ext cx="141120" cy="79560"/>
              </a:xfrm>
              <a:custGeom>
                <a:avLst/>
                <a:gdLst>
                  <a:gd name="textAreaLeft" fmla="*/ 0 w 141120"/>
                  <a:gd name="textAreaRight" fmla="*/ 141480 w 14112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4847" h="2736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8" name="Google Shape;538;p18"/>
              <p:cNvSpPr/>
              <p:nvPr/>
            </p:nvSpPr>
            <p:spPr>
              <a:xfrm>
                <a:off x="2300760" y="4009320"/>
                <a:ext cx="140760" cy="79560"/>
              </a:xfrm>
              <a:custGeom>
                <a:avLst/>
                <a:gdLst>
                  <a:gd name="textAreaLeft" fmla="*/ 0 w 140760"/>
                  <a:gd name="textAreaRight" fmla="*/ 141120 w 1407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4835" h="2740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9" name="Google Shape;539;p18"/>
              <p:cNvSpPr/>
              <p:nvPr/>
            </p:nvSpPr>
            <p:spPr>
              <a:xfrm>
                <a:off x="1388160" y="3372480"/>
                <a:ext cx="144000" cy="81360"/>
              </a:xfrm>
              <a:custGeom>
                <a:avLst/>
                <a:gdLst>
                  <a:gd name="textAreaLeft" fmla="*/ 0 w 144000"/>
                  <a:gd name="textAreaRight" fmla="*/ 144360 w 14400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4942" h="2796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Google Shape;540;p18"/>
              <p:cNvSpPr/>
              <p:nvPr/>
            </p:nvSpPr>
            <p:spPr>
              <a:xfrm>
                <a:off x="1490400" y="3431520"/>
                <a:ext cx="144000" cy="81000"/>
              </a:xfrm>
              <a:custGeom>
                <a:avLst/>
                <a:gdLst>
                  <a:gd name="textAreaLeft" fmla="*/ 0 w 144000"/>
                  <a:gd name="textAreaRight" fmla="*/ 144360 w 144000"/>
                  <a:gd name="textAreaTop" fmla="*/ 0 h 81000"/>
                  <a:gd name="textAreaBottom" fmla="*/ 81360 h 81000"/>
                </a:gdLst>
                <a:ahLst/>
                <a:cxnLst/>
                <a:rect l="textAreaLeft" t="textAreaTop" r="textAreaRight" b="textAreaBottom"/>
                <a:pathLst>
                  <a:path w="4942" h="2791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Google Shape;541;p18"/>
              <p:cNvSpPr/>
              <p:nvPr/>
            </p:nvSpPr>
            <p:spPr>
              <a:xfrm>
                <a:off x="1592640" y="3490560"/>
                <a:ext cx="144000" cy="81000"/>
              </a:xfrm>
              <a:custGeom>
                <a:avLst/>
                <a:gdLst>
                  <a:gd name="textAreaLeft" fmla="*/ 0 w 144000"/>
                  <a:gd name="textAreaRight" fmla="*/ 144360 w 144000"/>
                  <a:gd name="textAreaTop" fmla="*/ 0 h 81000"/>
                  <a:gd name="textAreaBottom" fmla="*/ 81360 h 81000"/>
                </a:gdLst>
                <a:ahLst/>
                <a:cxnLst/>
                <a:rect l="textAreaLeft" t="textAreaTop" r="textAreaRight" b="textAreaBottom"/>
                <a:pathLst>
                  <a:path w="4942" h="2791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Google Shape;542;p18"/>
              <p:cNvSpPr/>
              <p:nvPr/>
            </p:nvSpPr>
            <p:spPr>
              <a:xfrm>
                <a:off x="1694520" y="3549600"/>
                <a:ext cx="144000" cy="81000"/>
              </a:xfrm>
              <a:custGeom>
                <a:avLst/>
                <a:gdLst>
                  <a:gd name="textAreaLeft" fmla="*/ 0 w 144000"/>
                  <a:gd name="textAreaRight" fmla="*/ 144360 w 144000"/>
                  <a:gd name="textAreaTop" fmla="*/ 0 h 81000"/>
                  <a:gd name="textAreaBottom" fmla="*/ 81360 h 81000"/>
                </a:gdLst>
                <a:ahLst/>
                <a:cxnLst/>
                <a:rect l="textAreaLeft" t="textAreaTop" r="textAreaRight" b="textAreaBottom"/>
                <a:pathLst>
                  <a:path w="4942" h="2791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Google Shape;543;p18"/>
              <p:cNvSpPr/>
              <p:nvPr/>
            </p:nvSpPr>
            <p:spPr>
              <a:xfrm>
                <a:off x="1796760" y="3608640"/>
                <a:ext cx="144000" cy="81000"/>
              </a:xfrm>
              <a:custGeom>
                <a:avLst/>
                <a:gdLst>
                  <a:gd name="textAreaLeft" fmla="*/ 0 w 144000"/>
                  <a:gd name="textAreaRight" fmla="*/ 144360 w 144000"/>
                  <a:gd name="textAreaTop" fmla="*/ 0 h 81000"/>
                  <a:gd name="textAreaBottom" fmla="*/ 81360 h 81000"/>
                </a:gdLst>
                <a:ahLst/>
                <a:cxnLst/>
                <a:rect l="textAreaLeft" t="textAreaTop" r="textAreaRight" b="textAreaBottom"/>
                <a:pathLst>
                  <a:path w="4942" h="2791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4" name="Google Shape;544;p18"/>
              <p:cNvSpPr/>
              <p:nvPr/>
            </p:nvSpPr>
            <p:spPr>
              <a:xfrm>
                <a:off x="1899360" y="3667680"/>
                <a:ext cx="143640" cy="81360"/>
              </a:xfrm>
              <a:custGeom>
                <a:avLst/>
                <a:gdLst>
                  <a:gd name="textAreaLeft" fmla="*/ 0 w 143640"/>
                  <a:gd name="textAreaRight" fmla="*/ 144000 w 14364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4930" h="2795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5" name="Google Shape;545;p18"/>
              <p:cNvSpPr/>
              <p:nvPr/>
            </p:nvSpPr>
            <p:spPr>
              <a:xfrm>
                <a:off x="2001240" y="3726720"/>
                <a:ext cx="144000" cy="81000"/>
              </a:xfrm>
              <a:custGeom>
                <a:avLst/>
                <a:gdLst>
                  <a:gd name="textAreaLeft" fmla="*/ 0 w 144000"/>
                  <a:gd name="textAreaRight" fmla="*/ 144360 w 144000"/>
                  <a:gd name="textAreaTop" fmla="*/ 0 h 81000"/>
                  <a:gd name="textAreaBottom" fmla="*/ 81360 h 81000"/>
                </a:gdLst>
                <a:ahLst/>
                <a:cxnLst/>
                <a:rect l="textAreaLeft" t="textAreaTop" r="textAreaRight" b="textAreaBottom"/>
                <a:pathLst>
                  <a:path w="4943" h="2791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6" name="Google Shape;546;p18"/>
              <p:cNvSpPr/>
              <p:nvPr/>
            </p:nvSpPr>
            <p:spPr>
              <a:xfrm>
                <a:off x="2103480" y="3785400"/>
                <a:ext cx="144000" cy="81360"/>
              </a:xfrm>
              <a:custGeom>
                <a:avLst/>
                <a:gdLst>
                  <a:gd name="textAreaLeft" fmla="*/ 0 w 144000"/>
                  <a:gd name="textAreaRight" fmla="*/ 144360 w 14400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4942" h="2795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7" name="Google Shape;547;p18"/>
              <p:cNvSpPr/>
              <p:nvPr/>
            </p:nvSpPr>
            <p:spPr>
              <a:xfrm>
                <a:off x="2205720" y="3844440"/>
                <a:ext cx="144000" cy="81360"/>
              </a:xfrm>
              <a:custGeom>
                <a:avLst/>
                <a:gdLst>
                  <a:gd name="textAreaLeft" fmla="*/ 0 w 144000"/>
                  <a:gd name="textAreaRight" fmla="*/ 144360 w 14400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4942" h="2797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8" name="Google Shape;548;p18"/>
              <p:cNvSpPr/>
              <p:nvPr/>
            </p:nvSpPr>
            <p:spPr>
              <a:xfrm>
                <a:off x="2307960" y="3903480"/>
                <a:ext cx="144000" cy="81000"/>
              </a:xfrm>
              <a:custGeom>
                <a:avLst/>
                <a:gdLst>
                  <a:gd name="textAreaLeft" fmla="*/ 0 w 144000"/>
                  <a:gd name="textAreaRight" fmla="*/ 144360 w 144000"/>
                  <a:gd name="textAreaTop" fmla="*/ 0 h 81000"/>
                  <a:gd name="textAreaBottom" fmla="*/ 81360 h 81000"/>
                </a:gdLst>
                <a:ahLst/>
                <a:cxnLst/>
                <a:rect l="textAreaLeft" t="textAreaTop" r="textAreaRight" b="textAreaBottom"/>
                <a:pathLst>
                  <a:path w="4942" h="2791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9" name="Google Shape;549;p18"/>
              <p:cNvSpPr/>
              <p:nvPr/>
            </p:nvSpPr>
            <p:spPr>
              <a:xfrm>
                <a:off x="2410200" y="3962520"/>
                <a:ext cx="143640" cy="81000"/>
              </a:xfrm>
              <a:custGeom>
                <a:avLst/>
                <a:gdLst>
                  <a:gd name="textAreaLeft" fmla="*/ 0 w 143640"/>
                  <a:gd name="textAreaRight" fmla="*/ 144000 w 143640"/>
                  <a:gd name="textAreaTop" fmla="*/ 0 h 81000"/>
                  <a:gd name="textAreaBottom" fmla="*/ 81360 h 81000"/>
                </a:gdLst>
                <a:ahLst/>
                <a:cxnLst/>
                <a:rect l="textAreaLeft" t="textAreaTop" r="textAreaRight" b="textAreaBottom"/>
                <a:pathLst>
                  <a:path w="4930" h="2792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0" name="Google Shape;550;p18"/>
              <p:cNvSpPr/>
              <p:nvPr/>
            </p:nvSpPr>
            <p:spPr>
              <a:xfrm>
                <a:off x="1414800" y="3277800"/>
                <a:ext cx="154440" cy="87840"/>
              </a:xfrm>
              <a:custGeom>
                <a:avLst/>
                <a:gdLst>
                  <a:gd name="textAreaLeft" fmla="*/ 0 w 154440"/>
                  <a:gd name="textAreaRight" fmla="*/ 154800 w 15444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5311" h="3024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1" name="Google Shape;551;p18"/>
              <p:cNvSpPr/>
              <p:nvPr/>
            </p:nvSpPr>
            <p:spPr>
              <a:xfrm>
                <a:off x="1529640" y="3344040"/>
                <a:ext cx="154800" cy="87840"/>
              </a:xfrm>
              <a:custGeom>
                <a:avLst/>
                <a:gdLst>
                  <a:gd name="textAreaLeft" fmla="*/ 0 w 154800"/>
                  <a:gd name="textAreaRight" fmla="*/ 155160 w 15480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5323" h="3024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2" name="Google Shape;552;p18"/>
              <p:cNvSpPr/>
              <p:nvPr/>
            </p:nvSpPr>
            <p:spPr>
              <a:xfrm>
                <a:off x="1644480" y="3410280"/>
                <a:ext cx="154440" cy="87840"/>
              </a:xfrm>
              <a:custGeom>
                <a:avLst/>
                <a:gdLst>
                  <a:gd name="textAreaLeft" fmla="*/ 0 w 154440"/>
                  <a:gd name="textAreaRight" fmla="*/ 154800 w 15444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5311" h="3024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Google Shape;553;p18"/>
              <p:cNvSpPr/>
              <p:nvPr/>
            </p:nvSpPr>
            <p:spPr>
              <a:xfrm>
                <a:off x="1759320" y="3476520"/>
                <a:ext cx="154800" cy="87840"/>
              </a:xfrm>
              <a:custGeom>
                <a:avLst/>
                <a:gdLst>
                  <a:gd name="textAreaLeft" fmla="*/ 0 w 154800"/>
                  <a:gd name="textAreaRight" fmla="*/ 155160 w 15480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5323" h="3024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Google Shape;554;p18"/>
              <p:cNvSpPr/>
              <p:nvPr/>
            </p:nvSpPr>
            <p:spPr>
              <a:xfrm>
                <a:off x="1873800" y="3542760"/>
                <a:ext cx="154800" cy="87840"/>
              </a:xfrm>
              <a:custGeom>
                <a:avLst/>
                <a:gdLst>
                  <a:gd name="textAreaLeft" fmla="*/ 0 w 154800"/>
                  <a:gd name="textAreaRight" fmla="*/ 155160 w 15480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5323" h="3024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Google Shape;555;p18"/>
              <p:cNvSpPr/>
              <p:nvPr/>
            </p:nvSpPr>
            <p:spPr>
              <a:xfrm>
                <a:off x="1989000" y="3609360"/>
                <a:ext cx="154440" cy="87840"/>
              </a:xfrm>
              <a:custGeom>
                <a:avLst/>
                <a:gdLst>
                  <a:gd name="textAreaLeft" fmla="*/ 0 w 154440"/>
                  <a:gd name="textAreaRight" fmla="*/ 154800 w 15444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5311" h="3024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6" name="Google Shape;556;p18"/>
              <p:cNvSpPr/>
              <p:nvPr/>
            </p:nvSpPr>
            <p:spPr>
              <a:xfrm>
                <a:off x="2103480" y="3675600"/>
                <a:ext cx="154800" cy="87840"/>
              </a:xfrm>
              <a:custGeom>
                <a:avLst/>
                <a:gdLst>
                  <a:gd name="textAreaLeft" fmla="*/ 0 w 154800"/>
                  <a:gd name="textAreaRight" fmla="*/ 155160 w 15480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5323" h="3024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7" name="Google Shape;557;p18"/>
              <p:cNvSpPr/>
              <p:nvPr/>
            </p:nvSpPr>
            <p:spPr>
              <a:xfrm>
                <a:off x="2218680" y="3741840"/>
                <a:ext cx="154440" cy="87840"/>
              </a:xfrm>
              <a:custGeom>
                <a:avLst/>
                <a:gdLst>
                  <a:gd name="textAreaLeft" fmla="*/ 0 w 154440"/>
                  <a:gd name="textAreaRight" fmla="*/ 154800 w 15444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5311" h="3023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8" name="Google Shape;558;p18"/>
              <p:cNvSpPr/>
              <p:nvPr/>
            </p:nvSpPr>
            <p:spPr>
              <a:xfrm>
                <a:off x="2333160" y="3808080"/>
                <a:ext cx="154440" cy="87840"/>
              </a:xfrm>
              <a:custGeom>
                <a:avLst/>
                <a:gdLst>
                  <a:gd name="textAreaLeft" fmla="*/ 0 w 154440"/>
                  <a:gd name="textAreaRight" fmla="*/ 154800 w 15444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5311" h="3024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9" name="Google Shape;559;p18"/>
              <p:cNvSpPr/>
              <p:nvPr/>
            </p:nvSpPr>
            <p:spPr>
              <a:xfrm>
                <a:off x="2448360" y="3874320"/>
                <a:ext cx="154440" cy="87840"/>
              </a:xfrm>
              <a:custGeom>
                <a:avLst/>
                <a:gdLst>
                  <a:gd name="textAreaLeft" fmla="*/ 0 w 154440"/>
                  <a:gd name="textAreaRight" fmla="*/ 154800 w 15444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5311" h="3024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0" name="Google Shape;560;p18"/>
              <p:cNvSpPr/>
              <p:nvPr/>
            </p:nvSpPr>
            <p:spPr>
              <a:xfrm>
                <a:off x="2562840" y="3940560"/>
                <a:ext cx="154800" cy="87840"/>
              </a:xfrm>
              <a:custGeom>
                <a:avLst/>
                <a:gdLst>
                  <a:gd name="textAreaLeft" fmla="*/ 0 w 154800"/>
                  <a:gd name="textAreaRight" fmla="*/ 155160 w 15480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5323" h="3024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1" name="Google Shape;561;p18"/>
              <p:cNvSpPr/>
              <p:nvPr/>
            </p:nvSpPr>
            <p:spPr>
              <a:xfrm>
                <a:off x="2389320" y="4170240"/>
                <a:ext cx="169920" cy="96480"/>
              </a:xfrm>
              <a:custGeom>
                <a:avLst/>
                <a:gdLst>
                  <a:gd name="textAreaLeft" fmla="*/ 0 w 169920"/>
                  <a:gd name="textAreaRight" fmla="*/ 170280 w 169920"/>
                  <a:gd name="textAreaTop" fmla="*/ 0 h 96480"/>
                  <a:gd name="textAreaBottom" fmla="*/ 96840 h 96480"/>
                </a:gdLst>
                <a:ahLst/>
                <a:cxnLst/>
                <a:rect l="textAreaLeft" t="textAreaTop" r="textAreaRight" b="textAreaBottom"/>
                <a:pathLst>
                  <a:path w="5835" h="3323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8240" bIns="48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2" name="Google Shape;562;p18"/>
              <p:cNvSpPr/>
              <p:nvPr/>
            </p:nvSpPr>
            <p:spPr>
              <a:xfrm>
                <a:off x="2265480" y="4098600"/>
                <a:ext cx="169920" cy="96480"/>
              </a:xfrm>
              <a:custGeom>
                <a:avLst/>
                <a:gdLst>
                  <a:gd name="textAreaLeft" fmla="*/ 0 w 169920"/>
                  <a:gd name="textAreaRight" fmla="*/ 170280 w 169920"/>
                  <a:gd name="textAreaTop" fmla="*/ 0 h 96480"/>
                  <a:gd name="textAreaBottom" fmla="*/ 96840 h 96480"/>
                </a:gdLst>
                <a:ahLst/>
                <a:cxnLst/>
                <a:rect l="textAreaLeft" t="textAreaTop" r="textAreaRight" b="textAreaBottom"/>
                <a:pathLst>
                  <a:path w="5835" h="3324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8240" bIns="48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3" name="Google Shape;563;p18"/>
              <p:cNvSpPr/>
              <p:nvPr/>
            </p:nvSpPr>
            <p:spPr>
              <a:xfrm>
                <a:off x="2141280" y="4027320"/>
                <a:ext cx="169920" cy="96480"/>
              </a:xfrm>
              <a:custGeom>
                <a:avLst/>
                <a:gdLst>
                  <a:gd name="textAreaLeft" fmla="*/ 0 w 169920"/>
                  <a:gd name="textAreaRight" fmla="*/ 170280 w 169920"/>
                  <a:gd name="textAreaTop" fmla="*/ 0 h 96480"/>
                  <a:gd name="textAreaBottom" fmla="*/ 96840 h 96480"/>
                </a:gdLst>
                <a:ahLst/>
                <a:cxnLst/>
                <a:rect l="textAreaLeft" t="textAreaTop" r="textAreaRight" b="textAreaBottom"/>
                <a:pathLst>
                  <a:path w="5835" h="3318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8240" bIns="48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4" name="Google Shape;564;p18"/>
              <p:cNvSpPr/>
              <p:nvPr/>
            </p:nvSpPr>
            <p:spPr>
              <a:xfrm>
                <a:off x="1370160" y="3581640"/>
                <a:ext cx="817200" cy="470520"/>
              </a:xfrm>
              <a:custGeom>
                <a:avLst/>
                <a:gdLst>
                  <a:gd name="textAreaLeft" fmla="*/ 0 w 817200"/>
                  <a:gd name="textAreaRight" fmla="*/ 817560 w 817200"/>
                  <a:gd name="textAreaTop" fmla="*/ 0 h 470520"/>
                  <a:gd name="textAreaBottom" fmla="*/ 470880 h 470520"/>
                </a:gdLst>
                <a:ahLst/>
                <a:cxnLst/>
                <a:rect l="textAreaLeft" t="textAreaTop" r="textAreaRight" b="textAreaBottom"/>
                <a:pathLst>
                  <a:path w="28016" h="16132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75" name="Google Shape;565;p18"/>
            <p:cNvSpPr/>
            <p:nvPr/>
          </p:nvSpPr>
          <p:spPr>
            <a:xfrm>
              <a:off x="1961280" y="2982600"/>
              <a:ext cx="978480" cy="570600"/>
            </a:xfrm>
            <a:custGeom>
              <a:avLst/>
              <a:gdLst>
                <a:gd name="textAreaLeft" fmla="*/ 0 w 978480"/>
                <a:gd name="textAreaRight" fmla="*/ 978840 w 978480"/>
                <a:gd name="textAreaTop" fmla="*/ 0 h 570600"/>
                <a:gd name="textAreaBottom" fmla="*/ 570960 h 570600"/>
              </a:gdLst>
              <a:ahLst/>
              <a:cxnLst/>
              <a:rect l="textAreaLeft" t="textAreaTop" r="textAreaRight" b="textAreaBottom"/>
              <a:pathLst>
                <a:path w="33541" h="19563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 rotWithShape="0">
              <a:gsLst>
                <a:gs pos="0">
                  <a:srgbClr val="4335af"/>
                </a:gs>
                <a:gs pos="100000">
                  <a:srgbClr val="9659f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Google Shape;566;p18"/>
            <p:cNvSpPr/>
            <p:nvPr/>
          </p:nvSpPr>
          <p:spPr>
            <a:xfrm>
              <a:off x="1961280" y="2958840"/>
              <a:ext cx="978480" cy="564480"/>
            </a:xfrm>
            <a:custGeom>
              <a:avLst/>
              <a:gdLst>
                <a:gd name="textAreaLeft" fmla="*/ 0 w 978480"/>
                <a:gd name="textAreaRight" fmla="*/ 978840 w 97848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33541" h="19363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4335af"/>
                </a:gs>
                <a:gs pos="100000">
                  <a:srgbClr val="9659f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Google Shape;567;p18"/>
            <p:cNvSpPr/>
            <p:nvPr/>
          </p:nvSpPr>
          <p:spPr>
            <a:xfrm>
              <a:off x="2208960" y="2863080"/>
              <a:ext cx="483120" cy="518400"/>
            </a:xfrm>
            <a:custGeom>
              <a:avLst/>
              <a:gdLst>
                <a:gd name="textAreaLeft" fmla="*/ 0 w 483120"/>
                <a:gd name="textAreaRight" fmla="*/ 483480 w 483120"/>
                <a:gd name="textAreaTop" fmla="*/ 0 h 518400"/>
                <a:gd name="textAreaBottom" fmla="*/ 518760 h 518400"/>
              </a:gdLst>
              <a:ahLst/>
              <a:cxnLst/>
              <a:rect l="textAreaLeft" t="textAreaTop" r="textAreaRight" b="textAreaBottom"/>
              <a:pathLst>
                <a:path w="16574" h="17777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 rotWithShape="0">
              <a:gsLst>
                <a:gs pos="0">
                  <a:srgbClr val="4335af"/>
                </a:gs>
                <a:gs pos="100000">
                  <a:srgbClr val="9659f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Google Shape;568;p18"/>
            <p:cNvSpPr/>
            <p:nvPr/>
          </p:nvSpPr>
          <p:spPr>
            <a:xfrm>
              <a:off x="2207520" y="2848320"/>
              <a:ext cx="484560" cy="27900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6622" h="9574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4335af"/>
                </a:gs>
                <a:gs pos="100000">
                  <a:srgbClr val="9659f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Google Shape;569;p18"/>
            <p:cNvSpPr/>
            <p:nvPr/>
          </p:nvSpPr>
          <p:spPr>
            <a:xfrm>
              <a:off x="1611000" y="1250280"/>
              <a:ext cx="1692360" cy="2208240"/>
            </a:xfrm>
            <a:custGeom>
              <a:avLst/>
              <a:gdLst>
                <a:gd name="textAreaLeft" fmla="*/ 0 w 1692360"/>
                <a:gd name="textAreaRight" fmla="*/ 1692720 w 1692360"/>
                <a:gd name="textAreaTop" fmla="*/ 0 h 2208240"/>
                <a:gd name="textAreaBottom" fmla="*/ 2208600 h 2208240"/>
              </a:gdLst>
              <a:ahLst/>
              <a:cxnLst/>
              <a:rect l="textAreaLeft" t="textAreaTop" r="textAreaRight" b="textAreaBottom"/>
              <a:pathLst>
                <a:path w="58008" h="75689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 rotWithShape="0">
              <a:gsLst>
                <a:gs pos="0">
                  <a:srgbClr val="4335af"/>
                </a:gs>
                <a:gs pos="100000">
                  <a:srgbClr val="9659f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Google Shape;570;p18"/>
            <p:cNvSpPr/>
            <p:nvPr/>
          </p:nvSpPr>
          <p:spPr>
            <a:xfrm>
              <a:off x="1597680" y="1286280"/>
              <a:ext cx="1643400" cy="2175480"/>
            </a:xfrm>
            <a:custGeom>
              <a:avLst/>
              <a:gdLst>
                <a:gd name="textAreaLeft" fmla="*/ 0 w 1643400"/>
                <a:gd name="textAreaRight" fmla="*/ 1643760 w 1643400"/>
                <a:gd name="textAreaTop" fmla="*/ 0 h 2175480"/>
                <a:gd name="textAreaBottom" fmla="*/ 2175840 h 2175480"/>
              </a:gdLst>
              <a:ahLst/>
              <a:cxnLst/>
              <a:rect l="textAreaLeft" t="textAreaTop" r="textAreaRight" b="textAreaBottom"/>
              <a:pathLst>
                <a:path w="56330" h="74569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 rotWithShape="0">
              <a:gsLst>
                <a:gs pos="0">
                  <a:srgbClr val="4335af"/>
                </a:gs>
                <a:gs pos="100000">
                  <a:srgbClr val="9659f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Google Shape;571;p18"/>
            <p:cNvSpPr/>
            <p:nvPr/>
          </p:nvSpPr>
          <p:spPr>
            <a:xfrm>
              <a:off x="1632240" y="1331280"/>
              <a:ext cx="1574280" cy="2085480"/>
            </a:xfrm>
            <a:custGeom>
              <a:avLst/>
              <a:gdLst>
                <a:gd name="textAreaLeft" fmla="*/ 0 w 1574280"/>
                <a:gd name="textAreaRight" fmla="*/ 1574640 w 1574280"/>
                <a:gd name="textAreaTop" fmla="*/ 0 h 2085480"/>
                <a:gd name="textAreaBottom" fmla="*/ 2085840 h 2085480"/>
              </a:gdLst>
              <a:ahLst/>
              <a:cxnLst/>
              <a:rect l="textAreaLeft" t="textAreaTop" r="textAreaRight" b="textAreaBottom"/>
              <a:pathLst>
                <a:path w="53960" h="71486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 rotWithShape="0">
              <a:gsLst>
                <a:gs pos="0">
                  <a:srgbClr val="9659f4"/>
                </a:gs>
                <a:gs pos="100000">
                  <a:srgbClr val="5ccffb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2" name="Google Shape;572;p18"/>
          <p:cNvGrpSpPr/>
          <p:nvPr/>
        </p:nvGrpSpPr>
        <p:grpSpPr>
          <a:xfrm>
            <a:off x="4514760" y="2001600"/>
            <a:ext cx="3755520" cy="770040"/>
            <a:chOff x="4514760" y="2001600"/>
            <a:chExt cx="3755520" cy="770040"/>
          </a:xfrm>
        </p:grpSpPr>
        <p:sp>
          <p:nvSpPr>
            <p:cNvPr id="283" name="Google Shape;573;p18"/>
            <p:cNvSpPr/>
            <p:nvPr/>
          </p:nvSpPr>
          <p:spPr>
            <a:xfrm>
              <a:off x="4514760" y="2096280"/>
              <a:ext cx="581040" cy="58104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9659f4"/>
                </a:gs>
                <a:gs pos="100000">
                  <a:srgbClr val="5ccffb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4" name="Google Shape;574;p18"/>
            <p:cNvGrpSpPr/>
            <p:nvPr/>
          </p:nvGrpSpPr>
          <p:grpSpPr>
            <a:xfrm>
              <a:off x="5277960" y="2001600"/>
              <a:ext cx="2992320" cy="770040"/>
              <a:chOff x="5277960" y="2001600"/>
              <a:chExt cx="2992320" cy="770040"/>
            </a:xfrm>
          </p:grpSpPr>
          <p:sp>
            <p:nvSpPr>
              <p:cNvPr id="285" name="Google Shape;575;p18"/>
              <p:cNvSpPr/>
              <p:nvPr/>
            </p:nvSpPr>
            <p:spPr>
              <a:xfrm flipH="1">
                <a:off x="5277960" y="2001600"/>
                <a:ext cx="2992320" cy="253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1800" strike="noStrike" u="none">
                    <a:solidFill>
                      <a:schemeClr val="accent1"/>
                    </a:solidFill>
                    <a:effectLst/>
                    <a:uFillTx/>
                    <a:latin typeface="Fira Sans Extra Condensed SemiBold"/>
                    <a:ea typeface="Fira Sans Extra Condensed SemiBold"/>
                  </a:rPr>
                  <a:t>Script SQL</a:t>
                </a: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6" name="Google Shape;576;p18"/>
              <p:cNvSpPr/>
              <p:nvPr/>
            </p:nvSpPr>
            <p:spPr>
              <a:xfrm flipH="1">
                <a:off x="5277960" y="2244960"/>
                <a:ext cx="2992320" cy="526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12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Roboto"/>
                  </a:rPr>
                  <a:t>Geração do o banco de dados</a:t>
                </a:r>
                <a:endParaRPr b="0" lang="pt-BR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87" name="Google Shape;577;p18"/>
          <p:cNvGrpSpPr/>
          <p:nvPr/>
        </p:nvGrpSpPr>
        <p:grpSpPr>
          <a:xfrm>
            <a:off x="4514760" y="2946600"/>
            <a:ext cx="3755520" cy="770040"/>
            <a:chOff x="4514760" y="2946600"/>
            <a:chExt cx="3755520" cy="770040"/>
          </a:xfrm>
        </p:grpSpPr>
        <p:sp>
          <p:nvSpPr>
            <p:cNvPr id="288" name="Google Shape;578;p18"/>
            <p:cNvSpPr/>
            <p:nvPr/>
          </p:nvSpPr>
          <p:spPr>
            <a:xfrm>
              <a:off x="4514760" y="3040920"/>
              <a:ext cx="581040" cy="58104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9659f4"/>
                </a:gs>
                <a:gs pos="100000">
                  <a:srgbClr val="5ccffb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9" name="Google Shape;579;p18"/>
            <p:cNvGrpSpPr/>
            <p:nvPr/>
          </p:nvGrpSpPr>
          <p:grpSpPr>
            <a:xfrm>
              <a:off x="5277960" y="2946600"/>
              <a:ext cx="2992320" cy="770040"/>
              <a:chOff x="5277960" y="2946600"/>
              <a:chExt cx="2992320" cy="770040"/>
            </a:xfrm>
          </p:grpSpPr>
          <p:sp>
            <p:nvSpPr>
              <p:cNvPr id="290" name="Google Shape;580;p18"/>
              <p:cNvSpPr/>
              <p:nvPr/>
            </p:nvSpPr>
            <p:spPr>
              <a:xfrm flipH="1">
                <a:off x="5277960" y="2946600"/>
                <a:ext cx="2992320" cy="253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1800" strike="noStrike" u="none">
                    <a:solidFill>
                      <a:schemeClr val="accent1"/>
                    </a:solidFill>
                    <a:effectLst/>
                    <a:uFillTx/>
                    <a:latin typeface="Fira Sans Extra Condensed SemiBold"/>
                    <a:ea typeface="Fira Sans Extra Condensed SemiBold"/>
                  </a:rPr>
                  <a:t>Script Python</a:t>
                </a: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Google Shape;581;p18"/>
              <p:cNvSpPr/>
              <p:nvPr/>
            </p:nvSpPr>
            <p:spPr>
              <a:xfrm flipH="1">
                <a:off x="5277960" y="3189960"/>
                <a:ext cx="2992320" cy="526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12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Roboto"/>
                  </a:rPr>
                  <a:t>Processo ETL para importação dos dados para o banco de dados</a:t>
                </a:r>
                <a:endParaRPr b="0" lang="pt-BR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92" name="Google Shape;587;p18"/>
          <p:cNvGrpSpPr/>
          <p:nvPr/>
        </p:nvGrpSpPr>
        <p:grpSpPr>
          <a:xfrm>
            <a:off x="4514760" y="1056960"/>
            <a:ext cx="3755520" cy="770040"/>
            <a:chOff x="4514760" y="1056960"/>
            <a:chExt cx="3755520" cy="770040"/>
          </a:xfrm>
        </p:grpSpPr>
        <p:sp>
          <p:nvSpPr>
            <p:cNvPr id="293" name="Google Shape;588;p18"/>
            <p:cNvSpPr/>
            <p:nvPr/>
          </p:nvSpPr>
          <p:spPr>
            <a:xfrm>
              <a:off x="4514760" y="1151640"/>
              <a:ext cx="581040" cy="58104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9659f4"/>
                </a:gs>
                <a:gs pos="100000">
                  <a:srgbClr val="5ccffb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4" name="Google Shape;589;p18"/>
            <p:cNvGrpSpPr/>
            <p:nvPr/>
          </p:nvGrpSpPr>
          <p:grpSpPr>
            <a:xfrm>
              <a:off x="5277960" y="1056960"/>
              <a:ext cx="2992320" cy="770040"/>
              <a:chOff x="5277960" y="1056960"/>
              <a:chExt cx="2992320" cy="770040"/>
            </a:xfrm>
          </p:grpSpPr>
          <p:sp>
            <p:nvSpPr>
              <p:cNvPr id="295" name="Google Shape;590;p18"/>
              <p:cNvSpPr/>
              <p:nvPr/>
            </p:nvSpPr>
            <p:spPr>
              <a:xfrm flipH="1">
                <a:off x="5277960" y="1056960"/>
                <a:ext cx="2992320" cy="253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1800" strike="noStrike" u="none">
                    <a:solidFill>
                      <a:schemeClr val="accent1"/>
                    </a:solidFill>
                    <a:effectLst/>
                    <a:uFillTx/>
                    <a:latin typeface="Fira Sans Extra Condensed SemiBold"/>
                    <a:ea typeface="Fira Sans Extra Condensed SemiBold"/>
                  </a:rPr>
                  <a:t>MySQL</a:t>
                </a: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Google Shape;591;p18"/>
              <p:cNvSpPr/>
              <p:nvPr/>
            </p:nvSpPr>
            <p:spPr>
              <a:xfrm flipH="1">
                <a:off x="5277960" y="1300320"/>
                <a:ext cx="2992320" cy="526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t">
                <a:noAutofit/>
              </a:bodyPr>
              <a:p>
                <a:r>
                  <a:rPr b="0" lang="en-GB" sz="1200" strike="noStrike" u="none">
                    <a:solidFill>
                      <a:srgbClr val="000000"/>
                    </a:solidFill>
                    <a:effectLst/>
                    <a:uFillTx/>
                    <a:latin typeface="Roboto"/>
                    <a:ea typeface="Roboto"/>
                  </a:rPr>
                  <a:t>Ferramenta escolhida</a:t>
                </a:r>
                <a:endParaRPr b="0" lang="pt-BR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7" name=""/>
          <p:cNvSpPr/>
          <p:nvPr/>
        </p:nvSpPr>
        <p:spPr>
          <a:xfrm>
            <a:off x="3744000" y="3348000"/>
            <a:ext cx="756000" cy="1152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3924000" y="3708000"/>
            <a:ext cx="756000" cy="1152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9" name="" descr=""/>
          <p:cNvPicPr/>
          <p:nvPr/>
        </p:nvPicPr>
        <p:blipFill>
          <a:blip r:embed="rId1"/>
          <a:srcRect l="16620" t="0" r="16819" b="0"/>
          <a:stretch/>
        </p:blipFill>
        <p:spPr>
          <a:xfrm>
            <a:off x="4584240" y="1227240"/>
            <a:ext cx="419400" cy="39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0" name="" descr=""/>
          <p:cNvPicPr/>
          <p:nvPr/>
        </p:nvPicPr>
        <p:blipFill>
          <a:blip r:embed="rId2"/>
          <a:srcRect l="15732" t="0" r="21260" b="0"/>
          <a:stretch/>
        </p:blipFill>
        <p:spPr>
          <a:xfrm>
            <a:off x="4576680" y="3132000"/>
            <a:ext cx="427320" cy="37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1" name="" descr=""/>
          <p:cNvPicPr/>
          <p:nvPr/>
        </p:nvPicPr>
        <p:blipFill>
          <a:blip r:embed="rId3"/>
          <a:stretch/>
        </p:blipFill>
        <p:spPr>
          <a:xfrm>
            <a:off x="4603680" y="2160000"/>
            <a:ext cx="436320" cy="43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5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View: mostra produtos e laboratórios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5040000" y="1840680"/>
            <a:ext cx="3420000" cy="247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View que lista os produtos e os laboratórios que os produzem.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Muito útil para fazer buscas mais recorrentes.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“Quais as opções de fabricantes de dipirona?”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“Quem fabrica mesmo o Verzenios?”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4" name="" descr=""/>
          <p:cNvPicPr/>
          <p:nvPr/>
        </p:nvPicPr>
        <p:blipFill>
          <a:blip r:embed="rId1"/>
          <a:stretch/>
        </p:blipFill>
        <p:spPr>
          <a:xfrm>
            <a:off x="1005480" y="1800000"/>
            <a:ext cx="3314520" cy="219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5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View: mostra produtos e laboratórios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" name="" descr=""/>
          <p:cNvPicPr/>
          <p:nvPr/>
        </p:nvPicPr>
        <p:blipFill>
          <a:blip r:embed="rId1"/>
          <a:stretch/>
        </p:blipFill>
        <p:spPr>
          <a:xfrm>
            <a:off x="756360" y="1080000"/>
            <a:ext cx="7523640" cy="360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5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Procedure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8" name="" descr=""/>
          <p:cNvPicPr/>
          <p:nvPr/>
        </p:nvPicPr>
        <p:blipFill>
          <a:blip r:embed="rId1"/>
          <a:stretch/>
        </p:blipFill>
        <p:spPr>
          <a:xfrm>
            <a:off x="676440" y="1037160"/>
            <a:ext cx="3823560" cy="346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9" name="" descr=""/>
          <p:cNvPicPr/>
          <p:nvPr/>
        </p:nvPicPr>
        <p:blipFill>
          <a:blip r:embed="rId2"/>
          <a:stretch/>
        </p:blipFill>
        <p:spPr>
          <a:xfrm>
            <a:off x="4680000" y="1080000"/>
            <a:ext cx="3600000" cy="342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5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Procedure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" name="" descr=""/>
          <p:cNvPicPr/>
          <p:nvPr/>
        </p:nvPicPr>
        <p:blipFill>
          <a:blip r:embed="rId1"/>
          <a:stretch/>
        </p:blipFill>
        <p:spPr>
          <a:xfrm>
            <a:off x="2340000" y="1620000"/>
            <a:ext cx="4320000" cy="198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5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Procedure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3" name="" descr=""/>
          <p:cNvPicPr/>
          <p:nvPr/>
        </p:nvPicPr>
        <p:blipFill>
          <a:blip r:embed="rId1"/>
          <a:stretch/>
        </p:blipFill>
        <p:spPr>
          <a:xfrm>
            <a:off x="1681920" y="1800000"/>
            <a:ext cx="6058080" cy="2047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5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Procedure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5" name="" descr=""/>
          <p:cNvPicPr/>
          <p:nvPr/>
        </p:nvPicPr>
        <p:blipFill>
          <a:blip r:embed="rId1"/>
          <a:stretch/>
        </p:blipFill>
        <p:spPr>
          <a:xfrm>
            <a:off x="1166400" y="1302840"/>
            <a:ext cx="6810840" cy="298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5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Procedure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" name="" descr=""/>
          <p:cNvPicPr/>
          <p:nvPr/>
        </p:nvPicPr>
        <p:blipFill>
          <a:blip r:embed="rId1"/>
          <a:stretch/>
        </p:blipFill>
        <p:spPr>
          <a:xfrm>
            <a:off x="1035000" y="1108800"/>
            <a:ext cx="7343640" cy="351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5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Trigger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9" name="" descr=""/>
          <p:cNvPicPr/>
          <p:nvPr/>
        </p:nvPicPr>
        <p:blipFill>
          <a:blip r:embed="rId1"/>
          <a:stretch/>
        </p:blipFill>
        <p:spPr>
          <a:xfrm>
            <a:off x="360000" y="1080000"/>
            <a:ext cx="4260240" cy="36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0" name="" descr=""/>
          <p:cNvPicPr/>
          <p:nvPr/>
        </p:nvPicPr>
        <p:blipFill>
          <a:blip r:embed="rId2"/>
          <a:stretch/>
        </p:blipFill>
        <p:spPr>
          <a:xfrm>
            <a:off x="4500000" y="1260000"/>
            <a:ext cx="4477680" cy="14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" descr=""/>
          <p:cNvPicPr/>
          <p:nvPr/>
        </p:nvPicPr>
        <p:blipFill>
          <a:blip r:embed="rId1"/>
          <a:stretch/>
        </p:blipFill>
        <p:spPr>
          <a:xfrm>
            <a:off x="1440000" y="145080"/>
            <a:ext cx="6153480" cy="12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2" name="" descr=""/>
          <p:cNvPicPr/>
          <p:nvPr/>
        </p:nvPicPr>
        <p:blipFill>
          <a:blip r:embed="rId2"/>
          <a:stretch/>
        </p:blipFill>
        <p:spPr>
          <a:xfrm>
            <a:off x="1323720" y="1800000"/>
            <a:ext cx="6496560" cy="140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3" name="" descr=""/>
          <p:cNvPicPr/>
          <p:nvPr/>
        </p:nvPicPr>
        <p:blipFill>
          <a:blip r:embed="rId3"/>
          <a:stretch/>
        </p:blipFill>
        <p:spPr>
          <a:xfrm>
            <a:off x="1366560" y="3430440"/>
            <a:ext cx="6553440" cy="160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"/>
          <p:cNvSpPr/>
          <p:nvPr/>
        </p:nvSpPr>
        <p:spPr>
          <a:xfrm>
            <a:off x="0" y="0"/>
            <a:ext cx="9144000" cy="162000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0" y="1620000"/>
            <a:ext cx="9144000" cy="1620000"/>
          </a:xfrm>
          <a:prstGeom prst="rect">
            <a:avLst/>
          </a:prstGeom>
          <a:solidFill>
            <a:srgbClr val="729fcf">
              <a:alpha val="17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0" y="3240000"/>
            <a:ext cx="9144000" cy="1903680"/>
          </a:xfrm>
          <a:prstGeom prst="rect">
            <a:avLst/>
          </a:prstGeom>
          <a:solidFill>
            <a:srgbClr val="729fcf">
              <a:alpha val="17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Consulta SQL 1 - Retornar as 10 substâncias mais caras, considerando o maior preço de apresentação por produto, junto com laboratório, nome do produto e ranking.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8" name="" descr=""/>
          <p:cNvPicPr/>
          <p:nvPr/>
        </p:nvPicPr>
        <p:blipFill>
          <a:blip r:embed="rId1"/>
          <a:stretch/>
        </p:blipFill>
        <p:spPr>
          <a:xfrm>
            <a:off x="570600" y="2340000"/>
            <a:ext cx="3569400" cy="198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9" name="" descr=""/>
          <p:cNvPicPr/>
          <p:nvPr/>
        </p:nvPicPr>
        <p:blipFill>
          <a:blip r:embed="rId2"/>
          <a:stretch/>
        </p:blipFill>
        <p:spPr>
          <a:xfrm>
            <a:off x="5040000" y="2473560"/>
            <a:ext cx="3355920" cy="148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"/>
          <p:cNvSpPr txBox="1"/>
          <p:nvPr/>
        </p:nvSpPr>
        <p:spPr>
          <a:xfrm>
            <a:off x="540000" y="1296000"/>
            <a:ext cx="7920000" cy="40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pt-BR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Combina informações com Produto e Laboratório, traz nome do laboratório e do produto relacionado, filtra apenas o top 10.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Consulta SQL 1 - Retornar as 10 substâncias mais caras, considerando o maior preço de apresentação por produto, junto com laboratório, nome do produto e ranking.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540000" y="1296000"/>
            <a:ext cx="7920000" cy="40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pt-BR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Combina informações com Produto e Laboratório, traz nome do laboratório e do produto relacionado, filtra apenas o top 10.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3" name="" descr=""/>
          <p:cNvPicPr/>
          <p:nvPr/>
        </p:nvPicPr>
        <p:blipFill>
          <a:blip r:embed="rId1"/>
          <a:stretch/>
        </p:blipFill>
        <p:spPr>
          <a:xfrm>
            <a:off x="360000" y="2473560"/>
            <a:ext cx="4294440" cy="166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4" name="" descr=""/>
          <p:cNvPicPr/>
          <p:nvPr/>
        </p:nvPicPr>
        <p:blipFill>
          <a:blip r:embed="rId2"/>
          <a:stretch/>
        </p:blipFill>
        <p:spPr>
          <a:xfrm>
            <a:off x="5040000" y="2340000"/>
            <a:ext cx="3403440" cy="204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Consulta SQL 1 - Retornar as 10 substâncias mais caras, considerando o maior preço de apresentação por produto, junto com laboratório, nome do produto e ranking.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540000" y="1296000"/>
            <a:ext cx="7920000" cy="40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pt-BR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Combina informações com Produto e Laboratório, traz nome do laboratório e do produto relacionado, filtra apenas o top 10.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7" name="" descr=""/>
          <p:cNvPicPr/>
          <p:nvPr/>
        </p:nvPicPr>
        <p:blipFill>
          <a:blip r:embed="rId1"/>
          <a:stretch/>
        </p:blipFill>
        <p:spPr>
          <a:xfrm>
            <a:off x="1260000" y="1737000"/>
            <a:ext cx="6480000" cy="312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Consulta SQL 2 - Participação de Mercado por Laboratório (por Substância)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540000" y="1296000"/>
            <a:ext cx="7920000" cy="72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pt-BR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Ranking dos laboratórios por substância, participação de mercado, preço médio por laboratório. 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Ajuda a entender o posicionamento: laboratórios com preços consistentemente altos/baixos.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Comparação direta entre concorrentes</a:t>
            </a: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ordenado pela maior participação.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0" name="" descr=""/>
          <p:cNvPicPr/>
          <p:nvPr/>
        </p:nvPicPr>
        <p:blipFill>
          <a:blip r:embed="rId1"/>
          <a:stretch/>
        </p:blipFill>
        <p:spPr>
          <a:xfrm>
            <a:off x="611280" y="2209320"/>
            <a:ext cx="2988720" cy="211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1" name="" descr=""/>
          <p:cNvPicPr/>
          <p:nvPr/>
        </p:nvPicPr>
        <p:blipFill>
          <a:blip r:embed="rId2"/>
          <a:stretch/>
        </p:blipFill>
        <p:spPr>
          <a:xfrm>
            <a:off x="4680000" y="2483280"/>
            <a:ext cx="3593880" cy="165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Consulta SQL 2 - Participação de Mercado por Laboratório (por Substância)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3" name="" descr=""/>
          <p:cNvPicPr/>
          <p:nvPr/>
        </p:nvPicPr>
        <p:blipFill>
          <a:blip r:embed="rId1"/>
          <a:stretch/>
        </p:blipFill>
        <p:spPr>
          <a:xfrm>
            <a:off x="548640" y="1260000"/>
            <a:ext cx="7551360" cy="290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Consulta SQL 3 - Comparação de preços por substância entre laboratórios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540000" y="1008000"/>
            <a:ext cx="7920000" cy="102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pt-BR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Compara todos os preços de fábrica para produtos da mesma substância.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Usa janela (PARTITION BY) para descobrir o menor preço da substância, calcular diferença do preço do laboratório para o menor e gerar ranking do preço (1 = mais barato)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Quais laboratórios são mais competitivos, quais vendem acima da média, </a:t>
            </a:r>
            <a:r>
              <a:rPr b="0" lang="pt-BR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por quanto cada laboratório está mais caro que o menor preço</a:t>
            </a:r>
            <a:r>
              <a:rPr b="0" lang="pt-BR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6" name="" descr=""/>
          <p:cNvPicPr/>
          <p:nvPr/>
        </p:nvPicPr>
        <p:blipFill>
          <a:blip r:embed="rId1"/>
          <a:stretch/>
        </p:blipFill>
        <p:spPr>
          <a:xfrm>
            <a:off x="3240000" y="2031480"/>
            <a:ext cx="2589120" cy="293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514800" y="300600"/>
            <a:ext cx="811404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Consulta SQL 3 - Comparação de preços por substância entre laboratórios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8" name="" descr=""/>
          <p:cNvPicPr/>
          <p:nvPr/>
        </p:nvPicPr>
        <p:blipFill>
          <a:blip r:embed="rId1"/>
          <a:stretch/>
        </p:blipFill>
        <p:spPr>
          <a:xfrm>
            <a:off x="720000" y="1385640"/>
            <a:ext cx="7020000" cy="275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370800" y="228600"/>
            <a:ext cx="848520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Consulta SQL 4 - Detecção de diferenças de preço dentro da mesma substância por apresentação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540000" y="1008000"/>
            <a:ext cx="7920000" cy="94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Produtos com a mesma substância</a:t>
            </a: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mas que possuem </a:t>
            </a: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grandes variações de preço</a:t>
            </a: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entre laboratórios ou apresentações, destacando diferenças percentuais.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Laboratórios que cobram acima da média, substâncias com possíveis desvios de preço, apresentações com grande dispersão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1" name="" descr=""/>
          <p:cNvPicPr/>
          <p:nvPr/>
        </p:nvPicPr>
        <p:blipFill>
          <a:blip r:embed="rId1"/>
          <a:stretch/>
        </p:blipFill>
        <p:spPr>
          <a:xfrm>
            <a:off x="720000" y="2520000"/>
            <a:ext cx="3060000" cy="165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2" name="" descr=""/>
          <p:cNvPicPr/>
          <p:nvPr/>
        </p:nvPicPr>
        <p:blipFill>
          <a:blip r:embed="rId2"/>
          <a:stretch/>
        </p:blipFill>
        <p:spPr>
          <a:xfrm>
            <a:off x="4860000" y="1981800"/>
            <a:ext cx="2855880" cy="269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370800" y="228600"/>
            <a:ext cx="848520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Consulta SQL 4 - Detecção de diferenças de preço dentro da mesma substância por apresentação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" descr=""/>
          <p:cNvPicPr/>
          <p:nvPr/>
        </p:nvPicPr>
        <p:blipFill>
          <a:blip r:embed="rId1"/>
          <a:stretch/>
        </p:blipFill>
        <p:spPr>
          <a:xfrm>
            <a:off x="548640" y="1590120"/>
            <a:ext cx="7731360" cy="236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370800" y="228600"/>
            <a:ext cx="848520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Consulta SQL 5 - Total de produtos por laboratório, incluindo o preço médio das apresentações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540000" y="1008000"/>
            <a:ext cx="792000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Apresentações por laboratório, preço médio da tabela </a:t>
            </a: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Liberation Mono;Courier New"/>
              </a:rPr>
              <a:t>Preço, f</a:t>
            </a: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iltra apenas laboratórios com ao menos </a:t>
            </a: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 apresentações, o</a:t>
            </a: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rdena pelo preço médio mais alto.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Diversificação de apresentações (ordenado por quantidade de apresentações);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Diversificação de produtos(ordenado por quantidade de produtos);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Investimento em medicamentos de alto custo (ordenado por média de preço).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7" name="" descr=""/>
          <p:cNvPicPr/>
          <p:nvPr/>
        </p:nvPicPr>
        <p:blipFill>
          <a:blip r:embed="rId1"/>
          <a:stretch/>
        </p:blipFill>
        <p:spPr>
          <a:xfrm>
            <a:off x="3420000" y="2471760"/>
            <a:ext cx="2418120" cy="220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370800" y="228600"/>
            <a:ext cx="848520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Consulta SQL 5 - Total de produtos por laboratório, incluindo o preço médio das apresentações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9" name="" descr=""/>
          <p:cNvPicPr/>
          <p:nvPr/>
        </p:nvPicPr>
        <p:blipFill>
          <a:blip r:embed="rId1"/>
          <a:stretch/>
        </p:blipFill>
        <p:spPr>
          <a:xfrm>
            <a:off x="360000" y="883800"/>
            <a:ext cx="3932280" cy="163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0" name="" descr=""/>
          <p:cNvPicPr/>
          <p:nvPr/>
        </p:nvPicPr>
        <p:blipFill>
          <a:blip r:embed="rId2"/>
          <a:stretch/>
        </p:blipFill>
        <p:spPr>
          <a:xfrm>
            <a:off x="180000" y="2717280"/>
            <a:ext cx="4320000" cy="178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1" name="" descr=""/>
          <p:cNvPicPr/>
          <p:nvPr/>
        </p:nvPicPr>
        <p:blipFill>
          <a:blip r:embed="rId3"/>
          <a:stretch/>
        </p:blipFill>
        <p:spPr>
          <a:xfrm>
            <a:off x="4680000" y="1980000"/>
            <a:ext cx="4311360" cy="165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"/>
          <p:cNvSpPr/>
          <p:nvPr/>
        </p:nvSpPr>
        <p:spPr>
          <a:xfrm>
            <a:off x="3024000" y="811800"/>
            <a:ext cx="540000" cy="196200"/>
          </a:xfrm>
          <a:prstGeom prst="roundRect">
            <a:avLst>
              <a:gd name="adj" fmla="val 16667"/>
            </a:avLst>
          </a:prstGeom>
          <a:noFill/>
          <a:ln w="3600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1980000" y="2683800"/>
            <a:ext cx="540000" cy="196200"/>
          </a:xfrm>
          <a:prstGeom prst="roundRect">
            <a:avLst>
              <a:gd name="adj" fmla="val 16667"/>
            </a:avLst>
          </a:prstGeom>
          <a:noFill/>
          <a:ln w="3600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6912000" y="1891800"/>
            <a:ext cx="540000" cy="196200"/>
          </a:xfrm>
          <a:prstGeom prst="roundRect">
            <a:avLst>
              <a:gd name="adj" fmla="val 16667"/>
            </a:avLst>
          </a:prstGeom>
          <a:noFill/>
          <a:ln w="36000">
            <a:solidFill>
              <a:srgbClr val="00a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370800" y="228600"/>
            <a:ext cx="862920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Consulta em Algebra Relacional 1 - Selecionar todos os produtos fabricados pelo laboratório "EMS".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6" name="" descr=""/>
          <p:cNvPicPr/>
          <p:nvPr/>
        </p:nvPicPr>
        <p:blipFill>
          <a:blip r:embed="rId1"/>
          <a:stretch/>
        </p:blipFill>
        <p:spPr>
          <a:xfrm>
            <a:off x="2103840" y="824040"/>
            <a:ext cx="4991400" cy="350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370800" y="228600"/>
            <a:ext cx="862920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Consulta em Algebra Relacional 2 - Listar os nomes dos laboratórios que produzem algum produto.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8" name="" descr=""/>
          <p:cNvPicPr/>
          <p:nvPr/>
        </p:nvPicPr>
        <p:blipFill>
          <a:blip r:embed="rId1"/>
          <a:stretch/>
        </p:blipFill>
        <p:spPr>
          <a:xfrm>
            <a:off x="2018160" y="1371960"/>
            <a:ext cx="5162760" cy="240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370800" y="228600"/>
            <a:ext cx="8629200" cy="51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Fira Sans Extra Condensed SemiBold"/>
                <a:ea typeface="Fira Sans Extra Condensed SemiBold"/>
              </a:rPr>
              <a:t>Consulta em Algebra Relacional 3 - Encontrar o menor preço (preço de fábrica) por laboratório.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0" name="" descr=""/>
          <p:cNvPicPr/>
          <p:nvPr/>
        </p:nvPicPr>
        <p:blipFill>
          <a:blip r:embed="rId1"/>
          <a:stretch/>
        </p:blipFill>
        <p:spPr>
          <a:xfrm>
            <a:off x="2013480" y="920520"/>
            <a:ext cx="5172120" cy="360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ata Migration Process Infographics by Slidesgo">
  <a:themeElements>
    <a:clrScheme name="Simple Light">
      <a:dk1>
        <a:srgbClr val="000000"/>
      </a:dk1>
      <a:lt1>
        <a:srgbClr val="ffffff"/>
      </a:lt1>
      <a:dk2>
        <a:srgbClr val="dddddd"/>
      </a:dk2>
      <a:lt2>
        <a:srgbClr val="293e8d"/>
      </a:lt2>
      <a:accent1>
        <a:srgbClr val="4335af"/>
      </a:accent1>
      <a:accent2>
        <a:srgbClr val="9659f4"/>
      </a:accent2>
      <a:accent3>
        <a:srgbClr val="5ccffb"/>
      </a:accent3>
      <a:accent4>
        <a:srgbClr val="a0fdf1"/>
      </a:accent4>
      <a:accent5>
        <a:srgbClr val="fccaf5"/>
      </a:accent5>
      <a:accent6>
        <a:srgbClr val="fa72dc"/>
      </a:accent6>
      <a:hlink>
        <a:srgbClr val="21347a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2025-11-26T23:22:53Z</dcterms:modified>
  <cp:revision>8</cp:revision>
  <dc:subject/>
  <dc:title/>
</cp:coreProperties>
</file>